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notesMasterIdLst>
    <p:notesMasterId r:id="rId12"/>
  </p:notesMasterIdLst>
  <p:handoutMasterIdLst>
    <p:handoutMasterId r:id="rId13"/>
  </p:handoutMasterIdLst>
  <p:sldIdLst>
    <p:sldId id="337" r:id="rId5"/>
    <p:sldId id="354" r:id="rId6"/>
    <p:sldId id="342" r:id="rId7"/>
    <p:sldId id="372" r:id="rId8"/>
    <p:sldId id="374" r:id="rId9"/>
    <p:sldId id="375" r:id="rId10"/>
    <p:sldId id="370" r:id="rId11"/>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1pPr>
    <a:lvl2pPr marL="0" marR="0" indent="4572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2pPr>
    <a:lvl3pPr marL="0" marR="0" indent="9144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3pPr>
    <a:lvl4pPr marL="0" marR="0" indent="13716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4pPr>
    <a:lvl5pPr marL="0" marR="0" indent="18288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5pPr>
    <a:lvl6pPr marL="0" marR="0" indent="22860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6pPr>
    <a:lvl7pPr marL="0" marR="0" indent="27432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7pPr>
    <a:lvl8pPr marL="0" marR="0" indent="32004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8pPr>
    <a:lvl9pPr marL="0" marR="0" indent="36576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9pPr>
  </p:defaultTextStyle>
  <p:extLst>
    <p:ext uri="{521415D9-36F7-43E2-AB2F-B90AF26B5E84}">
      <p14:sectionLst xmlns:p14="http://schemas.microsoft.com/office/powerpoint/2010/main">
        <p14:section name="Default Section" id="{6C324C1D-D0BD-8043-9069-CA71A62BB3BD}">
          <p14:sldIdLst>
            <p14:sldId id="337"/>
            <p14:sldId id="354"/>
            <p14:sldId id="342"/>
            <p14:sldId id="372"/>
            <p14:sldId id="374"/>
            <p14:sldId id="375"/>
            <p14:sldId id="3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A2B3"/>
    <a:srgbClr val="C861C8"/>
    <a:srgbClr val="303434"/>
    <a:srgbClr val="434548"/>
    <a:srgbClr val="616161"/>
    <a:srgbClr val="B9B9B9"/>
    <a:srgbClr val="DADADA"/>
    <a:srgbClr val="F7F7F7"/>
    <a:srgbClr val="721372"/>
    <a:srgbClr val="FFCB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A8FB54-9E15-1B4E-8570-EA08DE6115C5}" v="13" dt="2026-05-14T16:55:49.76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
          <a:latin typeface="Arial"/>
          <a:ea typeface="Arial"/>
          <a:cs typeface="Arial"/>
        </a:font>
        <a:schemeClr val="accent4">
          <a:hueOff val="-839560"/>
          <a:satOff val="19935"/>
          <a:lumOff val="-15534"/>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FDCECA"/>
          </a:solidFill>
        </a:fill>
      </a:tcStyle>
    </a:wholeTbl>
    <a:band2H>
      <a:tcTxStyle/>
      <a:tcStyle>
        <a:tcBdr/>
        <a:fill>
          <a:solidFill>
            <a:srgbClr val="FEE8E7"/>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firstRow>
  </a:tblStyle>
  <a:tblStyle styleId="{C7B018BB-80A7-4F77-B60F-C8B233D01FF8}"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rgbClr val="000000"/>
      </a:tcTxStyle>
      <a:tcStyle>
        <a:tcBdr>
          <a:left>
            <a:ln w="9525" cap="flat">
              <a:solidFill>
                <a:srgbClr val="000000"/>
              </a:solidFill>
              <a:prstDash val="solid"/>
              <a:round/>
            </a:ln>
          </a:left>
          <a:right>
            <a:ln w="9525" cap="flat">
              <a:solidFill>
                <a:srgbClr val="000000"/>
              </a:solidFill>
              <a:prstDash val="solid"/>
              <a:round/>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9525" cap="flat">
              <a:solidFill>
                <a:srgbClr val="000000"/>
              </a:solidFill>
              <a:prstDash val="solid"/>
              <a:round/>
            </a:ln>
          </a:bottom>
          <a:insideH>
            <a:ln w="12700" cap="flat">
              <a:noFill/>
              <a:miter lim="400000"/>
            </a:ln>
          </a:insideH>
          <a:insideV>
            <a:ln w="12700" cap="flat">
              <a:noFill/>
              <a:miter lim="400000"/>
            </a:ln>
          </a:insideV>
        </a:tcBdr>
        <a:fill>
          <a:no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9525" cap="flat">
              <a:solidFill>
                <a:srgbClr val="000000"/>
              </a:solidFill>
              <a:prstDash val="solid"/>
              <a:round/>
            </a:ln>
          </a:top>
          <a:bottom>
            <a:ln w="9525" cap="flat">
              <a:solidFill>
                <a:srgbClr val="000000"/>
              </a:solidFill>
              <a:prstDash val="solid"/>
              <a:round/>
            </a:ln>
          </a:bottom>
          <a:insideH>
            <a:ln w="12700" cap="flat">
              <a:noFill/>
              <a:miter lim="400000"/>
            </a:ln>
          </a:insideH>
          <a:insideV>
            <a:ln w="12700" cap="flat">
              <a:noFill/>
              <a:miter lim="400000"/>
            </a:ln>
          </a:insideV>
        </a:tcBdr>
        <a:fill>
          <a:solidFill>
            <a:srgbClr val="000000"/>
          </a:solidFill>
        </a:fill>
      </a:tcStyle>
    </a:firstRow>
  </a:tblStyle>
  <a:tblStyle styleId="{EEE7283C-3CF3-47DC-8721-378D4A62B228}"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rgbClr val="000000"/>
      </a:tcTxStyle>
      <a:tcStyle>
        <a:tcBdr>
          <a:left>
            <a:ln w="9525" cap="flat">
              <a:solidFill>
                <a:srgbClr val="0C65CD"/>
              </a:solidFill>
              <a:prstDash val="solid"/>
              <a:round/>
            </a:ln>
          </a:left>
          <a:right>
            <a:ln w="9525" cap="flat">
              <a:solidFill>
                <a:srgbClr val="0C65CD"/>
              </a:solidFill>
              <a:prstDash val="solid"/>
              <a:round/>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chemeClr val="accent6"/>
              </a:solidFill>
              <a:prstDash val="solid"/>
              <a:round/>
            </a:ln>
          </a:top>
          <a:bottom>
            <a:ln w="9525" cap="flat">
              <a:solidFill>
                <a:srgbClr val="0C65CD"/>
              </a:solidFill>
              <a:prstDash val="solid"/>
              <a:round/>
            </a:ln>
          </a:bottom>
          <a:insideH>
            <a:ln w="12700" cap="flat">
              <a:noFill/>
              <a:miter lim="400000"/>
            </a:ln>
          </a:insideH>
          <a:insideV>
            <a:ln w="12700" cap="flat">
              <a:noFill/>
              <a:miter lim="400000"/>
            </a:ln>
          </a:insideV>
        </a:tcBdr>
        <a:fill>
          <a:no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9525" cap="flat">
              <a:solidFill>
                <a:srgbClr val="0C65CD"/>
              </a:solidFill>
              <a:prstDash val="solid"/>
              <a:round/>
            </a:ln>
          </a:top>
          <a:bottom>
            <a:ln w="9525" cap="flat">
              <a:solidFill>
                <a:srgbClr val="0C65CD"/>
              </a:solidFill>
              <a:prstDash val="solid"/>
              <a:round/>
            </a:ln>
          </a:bottom>
          <a:insideH>
            <a:ln w="12700" cap="flat">
              <a:noFill/>
              <a:miter lim="400000"/>
            </a:ln>
          </a:insideH>
          <a:insideV>
            <a:ln w="12700" cap="flat">
              <a:noFill/>
              <a:miter lim="400000"/>
            </a:ln>
          </a:insideV>
        </a:tcBdr>
        <a:fill>
          <a:solidFill>
            <a:schemeClr val="accent6"/>
          </a:solidFill>
        </a:fill>
      </a:tcStyle>
    </a:firstRow>
  </a:tblStyle>
  <a:tblStyle styleId="{CF821DB8-F4EB-4A41-A1BA-3FCAFE7338EE}" styleName="">
    <a:tblBg/>
    <a:wholeTbl>
      <a:tcTxStyle b="off" i="off">
        <a:font>
          <a:latin typeface="Arial"/>
          <a:ea typeface="Arial"/>
          <a:cs typeface="Arial"/>
        </a:font>
        <a:srgbClr val="000000"/>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F2CBD1"/>
          </a:solidFill>
        </a:fill>
      </a:tcStyle>
    </a:wholeTbl>
    <a:band2H>
      <a:tcTxStyle/>
      <a:tcStyle>
        <a:tcBdr/>
        <a:fill>
          <a:solidFill>
            <a:srgbClr val="F8E7E9"/>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firstRow>
  </a:tblStyle>
  <a:tblStyle styleId="{33BA23B1-9221-436E-865A-0063620EA4FD}" styleName="">
    <a:tblBg/>
    <a:wholeTbl>
      <a:tcTxStyle b="off" i="off">
        <a:font>
          <a:latin typeface="Arial"/>
          <a:ea typeface="Arial"/>
          <a:cs typeface="Arial"/>
        </a:font>
        <a:srgbClr val="000000"/>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CAD2ED"/>
          </a:solidFill>
        </a:fill>
      </a:tcStyle>
    </a:wholeTbl>
    <a:band2H>
      <a:tcTxStyle/>
      <a:tcStyle>
        <a:tcBdr/>
        <a:fill>
          <a:solidFill>
            <a:srgbClr val="E6EAF6"/>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firstRow>
  </a:tblStyle>
  <a:tblStyle styleId="{2708684C-4D16-4618-839F-0558EEFCDFE6}"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057894"/>
              <a:satOff val="4889"/>
              <a:lumOff val="-33725"/>
            </a:schemeClr>
          </a:solid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3">
              <a:hueOff val="-3600000"/>
              <a:lumOff val="3392"/>
            </a:schemeClr>
          </a:solid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hueOff val="1057894"/>
              <a:satOff val="4889"/>
              <a:lumOff val="-33725"/>
            </a:schemeClr>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630"/>
  </p:normalViewPr>
  <p:slideViewPr>
    <p:cSldViewPr snapToGrid="0">
      <p:cViewPr varScale="1">
        <p:scale>
          <a:sx n="113" d="100"/>
          <a:sy n="113" d="100"/>
        </p:scale>
        <p:origin x="808" y="176"/>
      </p:cViewPr>
      <p:guideLst/>
    </p:cSldViewPr>
  </p:slideViewPr>
  <p:notesTextViewPr>
    <p:cViewPr>
      <p:scale>
        <a:sx n="1" d="1"/>
        <a:sy n="1" d="1"/>
      </p:scale>
      <p:origin x="0" y="0"/>
    </p:cViewPr>
  </p:notesTextViewPr>
  <p:sorterViewPr>
    <p:cViewPr>
      <p:scale>
        <a:sx n="100" d="100"/>
        <a:sy n="100" d="100"/>
      </p:scale>
      <p:origin x="0" y="-7698"/>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16FAA0A-FC1C-16A3-947D-27CA299F0CC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T"/>
          </a:p>
        </p:txBody>
      </p:sp>
      <p:sp>
        <p:nvSpPr>
          <p:cNvPr id="3" name="Date Placeholder 2">
            <a:extLst>
              <a:ext uri="{FF2B5EF4-FFF2-40B4-BE49-F238E27FC236}">
                <a16:creationId xmlns:a16="http://schemas.microsoft.com/office/drawing/2014/main" id="{70307311-BDEC-D4A7-5DDC-01B587EB82F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5C8BDA8-95A5-5741-9E04-1D392DE0C9D6}" type="datetimeFigureOut">
              <a:rPr lang="en-MT" smtClean="0"/>
              <a:t>05/14/2026</a:t>
            </a:fld>
            <a:endParaRPr lang="en-MT"/>
          </a:p>
        </p:txBody>
      </p:sp>
      <p:sp>
        <p:nvSpPr>
          <p:cNvPr id="4" name="Footer Placeholder 3">
            <a:extLst>
              <a:ext uri="{FF2B5EF4-FFF2-40B4-BE49-F238E27FC236}">
                <a16:creationId xmlns:a16="http://schemas.microsoft.com/office/drawing/2014/main" id="{E3FCE49B-559A-A90A-CAF1-B34EC18C78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MT"/>
          </a:p>
        </p:txBody>
      </p:sp>
      <p:sp>
        <p:nvSpPr>
          <p:cNvPr id="5" name="Slide Number Placeholder 4">
            <a:extLst>
              <a:ext uri="{FF2B5EF4-FFF2-40B4-BE49-F238E27FC236}">
                <a16:creationId xmlns:a16="http://schemas.microsoft.com/office/drawing/2014/main" id="{DE2AC87E-DA3E-6219-6F13-32E8211534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A4EB7B2-FA3B-F342-8F52-824AF5CBEE2B}" type="slidenum">
              <a:rPr lang="en-MT" smtClean="0"/>
              <a:t>‹#›</a:t>
            </a:fld>
            <a:endParaRPr lang="en-MT"/>
          </a:p>
        </p:txBody>
      </p:sp>
    </p:spTree>
    <p:extLst>
      <p:ext uri="{BB962C8B-B14F-4D97-AF65-F5344CB8AC3E}">
        <p14:creationId xmlns:p14="http://schemas.microsoft.com/office/powerpoint/2010/main" val="34386062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38" name="Shape 1338"/>
          <p:cNvSpPr>
            <a:spLocks noGrp="1" noRot="1" noChangeAspect="1"/>
          </p:cNvSpPr>
          <p:nvPr>
            <p:ph type="sldImg"/>
          </p:nvPr>
        </p:nvSpPr>
        <p:spPr>
          <a:xfrm>
            <a:off x="1143000" y="685800"/>
            <a:ext cx="4572000" cy="3429000"/>
          </a:xfrm>
          <a:prstGeom prst="rect">
            <a:avLst/>
          </a:prstGeom>
        </p:spPr>
        <p:txBody>
          <a:bodyPr/>
          <a:lstStyle/>
          <a:p>
            <a:endParaRPr dirty="0"/>
          </a:p>
        </p:txBody>
      </p:sp>
      <p:sp>
        <p:nvSpPr>
          <p:cNvPr id="1339" name="Shape 1339"/>
          <p:cNvSpPr>
            <a:spLocks noGrp="1"/>
          </p:cNvSpPr>
          <p:nvPr>
            <p:ph type="body" sz="quarter" idx="1"/>
          </p:nvPr>
        </p:nvSpPr>
        <p:spPr>
          <a:xfrm>
            <a:off x="914400" y="4343400"/>
            <a:ext cx="5029200" cy="4114800"/>
          </a:xfrm>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defTabSz="457200" latinLnBrk="0">
      <a:defRPr sz="1200" b="0" i="0">
        <a:latin typeface="Arial" panose="020B0604020202020204" pitchFamily="34" charset="0"/>
        <a:ea typeface="+mn-ea"/>
        <a:cs typeface="Arial" panose="020B0604020202020204" pitchFamily="34" charset="0"/>
        <a:sym typeface="Calibri"/>
      </a:defRPr>
    </a:lvl1pPr>
    <a:lvl2pPr indent="228600" defTabSz="457200" latinLnBrk="0">
      <a:defRPr sz="1200">
        <a:latin typeface="+mn-lt"/>
        <a:ea typeface="+mn-ea"/>
        <a:cs typeface="+mn-cs"/>
        <a:sym typeface="Calibri"/>
      </a:defRPr>
    </a:lvl2pPr>
    <a:lvl3pPr indent="457200" defTabSz="457200" latinLnBrk="0">
      <a:defRPr sz="1200">
        <a:latin typeface="+mn-lt"/>
        <a:ea typeface="+mn-ea"/>
        <a:cs typeface="+mn-cs"/>
        <a:sym typeface="Calibri"/>
      </a:defRPr>
    </a:lvl3pPr>
    <a:lvl4pPr indent="685800" defTabSz="457200" latinLnBrk="0">
      <a:defRPr sz="1200">
        <a:latin typeface="+mn-lt"/>
        <a:ea typeface="+mn-ea"/>
        <a:cs typeface="+mn-cs"/>
        <a:sym typeface="Calibri"/>
      </a:defRPr>
    </a:lvl4pPr>
    <a:lvl5pPr indent="914400" defTabSz="457200" latinLnBrk="0">
      <a:defRPr sz="1200">
        <a:latin typeface="+mn-lt"/>
        <a:ea typeface="+mn-ea"/>
        <a:cs typeface="+mn-cs"/>
        <a:sym typeface="Calibri"/>
      </a:defRPr>
    </a:lvl5pPr>
    <a:lvl6pPr indent="1143000" defTabSz="457200" latinLnBrk="0">
      <a:defRPr sz="1200">
        <a:latin typeface="+mn-lt"/>
        <a:ea typeface="+mn-ea"/>
        <a:cs typeface="+mn-cs"/>
        <a:sym typeface="Calibri"/>
      </a:defRPr>
    </a:lvl6pPr>
    <a:lvl7pPr indent="1371600" defTabSz="457200" latinLnBrk="0">
      <a:defRPr sz="1200">
        <a:latin typeface="+mn-lt"/>
        <a:ea typeface="+mn-ea"/>
        <a:cs typeface="+mn-cs"/>
        <a:sym typeface="Calibri"/>
      </a:defRPr>
    </a:lvl7pPr>
    <a:lvl8pPr indent="1600200" defTabSz="457200" latinLnBrk="0">
      <a:defRPr sz="1200">
        <a:latin typeface="+mn-lt"/>
        <a:ea typeface="+mn-ea"/>
        <a:cs typeface="+mn-cs"/>
        <a:sym typeface="Calibri"/>
      </a:defRPr>
    </a:lvl8pPr>
    <a:lvl9pPr indent="1828800" defTabSz="457200" latinLnBrk="0">
      <a:defRPr sz="1200">
        <a:latin typeface="+mn-lt"/>
        <a:ea typeface="+mn-ea"/>
        <a:cs typeface="+mn-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3.emf"/><Relationship Id="rId4" Type="http://schemas.openxmlformats.org/officeDocument/2006/relationships/image" Target="../media/image4.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emf"/><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 Id="rId3" Type="http://schemas.openxmlformats.org/officeDocument/2006/relationships/image" Target="../media/image8.emf"/><Relationship Id="rId4"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emf"/><Relationship Id="rId3" Type="http://schemas.openxmlformats.org/officeDocument/2006/relationships/image" Target="../media/image4.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emf"/><Relationship Id="rId3" Type="http://schemas.openxmlformats.org/officeDocument/2006/relationships/image" Target="../media/image4.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14.png"/><Relationship Id="rId4"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4A73C4D-E2FF-BC90-DBF6-09E2EA6F6D72}"/>
              </a:ext>
            </a:extLst>
          </p:cNvPr>
          <p:cNvPicPr>
            <a:picLocks noChangeAspect="1"/>
          </p:cNvPicPr>
          <p:nvPr userDrawn="1"/>
        </p:nvPicPr>
        <p:blipFill>
          <a:blip r:embed="rId2"/>
          <a:stretch>
            <a:fillRect/>
          </a:stretch>
        </p:blipFill>
        <p:spPr>
          <a:xfrm>
            <a:off x="10197670" y="5461000"/>
            <a:ext cx="1816100" cy="1206500"/>
          </a:xfrm>
          <a:prstGeom prst="rect">
            <a:avLst/>
          </a:prstGeom>
        </p:spPr>
      </p:pic>
      <p:pic>
        <p:nvPicPr>
          <p:cNvPr id="5" name="Picture 4">
            <a:extLst>
              <a:ext uri="{FF2B5EF4-FFF2-40B4-BE49-F238E27FC236}">
                <a16:creationId xmlns:a16="http://schemas.microsoft.com/office/drawing/2014/main" id="{6169F764-5DCA-C9B6-5696-0A62DF5AD932}"/>
              </a:ext>
            </a:extLst>
          </p:cNvPr>
          <p:cNvPicPr>
            <a:picLocks noChangeAspect="1"/>
          </p:cNvPicPr>
          <p:nvPr userDrawn="1"/>
        </p:nvPicPr>
        <p:blipFill>
          <a:blip r:embed="rId3"/>
          <a:stretch>
            <a:fillRect/>
          </a:stretch>
        </p:blipFill>
        <p:spPr>
          <a:xfrm>
            <a:off x="165529" y="190499"/>
            <a:ext cx="1816100" cy="1206500"/>
          </a:xfrm>
          <a:prstGeom prst="rect">
            <a:avLst/>
          </a:prstGeom>
        </p:spPr>
      </p:pic>
      <p:sp>
        <p:nvSpPr>
          <p:cNvPr id="162"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163"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164" name="Presentation subtitle goes here."/>
          <p:cNvSpPr txBox="1">
            <a:spLocks noGrp="1"/>
          </p:cNvSpPr>
          <p:nvPr>
            <p:ph type="body" sz="quarter" idx="21" hasCustomPrompt="1"/>
          </p:nvPr>
        </p:nvSpPr>
        <p:spPr>
          <a:xfrm>
            <a:off x="640800" y="5850000"/>
            <a:ext cx="3818481" cy="630165"/>
          </a:xfrm>
          <a:prstGeom prst="rect">
            <a:avLst/>
          </a:prstGeom>
        </p:spPr>
        <p:txBody>
          <a:bodyPr lIns="0" tIns="0" rIns="0" bIns="0"/>
          <a:lstStyle>
            <a:lvl1pPr>
              <a:lnSpc>
                <a:spcPts val="1000"/>
              </a:lnSpc>
              <a:spcBef>
                <a:spcPts val="0"/>
              </a:spcBef>
              <a:tabLst>
                <a:tab pos="2222500" algn="l"/>
              </a:tabLst>
              <a:defRPr sz="700" spc="-25">
                <a:solidFill>
                  <a:srgbClr val="A32200"/>
                </a:solidFill>
              </a:defRPr>
            </a:lvl1pPr>
          </a:lstStyle>
          <a:p>
            <a:r>
              <a:rPr dirty="0"/>
              <a:t>Presentation subtitle goes here.</a:t>
            </a:r>
          </a:p>
        </p:txBody>
      </p:sp>
      <p:sp>
        <p:nvSpPr>
          <p:cNvPr id="166" name="Presentation subtitle goes here."/>
          <p:cNvSpPr txBox="1">
            <a:spLocks noGrp="1"/>
          </p:cNvSpPr>
          <p:nvPr>
            <p:ph type="body" sz="quarter" idx="23" hasCustomPrompt="1"/>
          </p:nvPr>
        </p:nvSpPr>
        <p:spPr>
          <a:xfrm>
            <a:off x="640800" y="4574120"/>
            <a:ext cx="8822225" cy="914427"/>
          </a:xfrm>
          <a:prstGeom prst="rect">
            <a:avLst/>
          </a:prstGeom>
        </p:spPr>
        <p:txBody>
          <a:bodyPr lIns="0" tIns="0" rIns="0" bIns="0"/>
          <a:lstStyle>
            <a:lvl1pPr>
              <a:lnSpc>
                <a:spcPts val="2000"/>
              </a:lnSpc>
              <a:spcBef>
                <a:spcPts val="0"/>
              </a:spcBef>
              <a:tabLst>
                <a:tab pos="2222500" algn="l"/>
              </a:tabLst>
              <a:defRPr sz="2000" spc="-71">
                <a:solidFill>
                  <a:schemeClr val="bg1"/>
                </a:solidFill>
              </a:defRPr>
            </a:lvl1pPr>
          </a:lstStyle>
          <a:p>
            <a:r>
              <a:rPr dirty="0"/>
              <a:t>Presentation subtitle goes here.</a:t>
            </a:r>
          </a:p>
        </p:txBody>
      </p:sp>
      <p:sp>
        <p:nvSpPr>
          <p:cNvPr id="10" name="Subtitle 2">
            <a:extLst>
              <a:ext uri="{FF2B5EF4-FFF2-40B4-BE49-F238E27FC236}">
                <a16:creationId xmlns:a16="http://schemas.microsoft.com/office/drawing/2014/main" id="{2F44458A-4D04-C6D0-24DA-103FE0768467}"/>
              </a:ext>
            </a:extLst>
          </p:cNvPr>
          <p:cNvSpPr>
            <a:spLocks noGrp="1"/>
          </p:cNvSpPr>
          <p:nvPr>
            <p:ph type="subTitle" idx="1" hasCustomPrompt="1"/>
          </p:nvPr>
        </p:nvSpPr>
        <p:spPr>
          <a:xfrm>
            <a:off x="644227" y="2845823"/>
            <a:ext cx="8820000" cy="1513235"/>
          </a:xfrm>
          <a:prstGeom prst="rect">
            <a:avLst/>
          </a:prstGeom>
        </p:spPr>
        <p:txBody>
          <a:bodyPr wrap="square" lIns="0" tIns="0" rIns="0" bIns="0" anchor="t" anchorCtr="0">
            <a:noAutofit/>
          </a:bodyPr>
          <a:lstStyle>
            <a:lvl1pPr marL="0" indent="0" algn="l">
              <a:lnSpc>
                <a:spcPts val="5500"/>
              </a:lnSpc>
              <a:spcBef>
                <a:spcPts val="800"/>
              </a:spcBef>
              <a:buNone/>
              <a:defRPr sz="6000" b="1" i="0" spc="-300">
                <a:solidFill>
                  <a:schemeClr val="tx1"/>
                </a:solidFill>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Presentation title</a:t>
            </a:r>
          </a:p>
          <a:p>
            <a:r>
              <a:rPr lang="en-US" dirty="0"/>
              <a:t>goes here.</a:t>
            </a:r>
          </a:p>
        </p:txBody>
      </p:sp>
      <p:pic>
        <p:nvPicPr>
          <p:cNvPr id="2" name="Picture 1">
            <a:extLst>
              <a:ext uri="{FF2B5EF4-FFF2-40B4-BE49-F238E27FC236}">
                <a16:creationId xmlns:a16="http://schemas.microsoft.com/office/drawing/2014/main" id="{D3154DDD-3D9A-5E49-4676-55F39F4870EE}"/>
              </a:ext>
            </a:extLst>
          </p:cNvPr>
          <p:cNvPicPr>
            <a:picLocks noChangeAspect="1"/>
          </p:cNvPicPr>
          <p:nvPr userDrawn="1"/>
        </p:nvPicPr>
        <p:blipFill>
          <a:blip r:embed="rId4"/>
          <a:stretch>
            <a:fillRect/>
          </a:stretch>
        </p:blipFill>
        <p:spPr>
          <a:xfrm>
            <a:off x="10121449" y="507429"/>
            <a:ext cx="1496116" cy="748058"/>
          </a:xfrm>
          <a:prstGeom prst="rect">
            <a:avLst/>
          </a:prstGeom>
        </p:spPr>
      </p:pic>
    </p:spTree>
    <p:extLst>
      <p:ext uri="{BB962C8B-B14F-4D97-AF65-F5344CB8AC3E}">
        <p14:creationId xmlns:p14="http://schemas.microsoft.com/office/powerpoint/2010/main" val="810603038"/>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rgbClr val="0BA2B3"/>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F7324-CA8B-196E-4623-63A5CEE8EAF1}"/>
              </a:ext>
            </a:extLst>
          </p:cNvPr>
          <p:cNvPicPr>
            <a:picLocks noChangeAspect="1"/>
          </p:cNvPicPr>
          <p:nvPr userDrawn="1"/>
        </p:nvPicPr>
        <p:blipFill>
          <a:blip r:embed="rId2"/>
          <a:stretch>
            <a:fillRect/>
          </a:stretch>
        </p:blipFill>
        <p:spPr>
          <a:xfrm>
            <a:off x="10489770" y="5461000"/>
            <a:ext cx="1524000" cy="1206500"/>
          </a:xfrm>
          <a:prstGeom prst="rect">
            <a:avLst/>
          </a:prstGeom>
        </p:spPr>
      </p:pic>
      <p:sp>
        <p:nvSpPr>
          <p:cNvPr id="402"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404" name="Presentation subtitle goes here."/>
          <p:cNvSpPr txBox="1">
            <a:spLocks noGrp="1"/>
          </p:cNvSpPr>
          <p:nvPr>
            <p:ph type="body" sz="quarter" idx="22" hasCustomPrompt="1"/>
          </p:nvPr>
        </p:nvSpPr>
        <p:spPr>
          <a:xfrm>
            <a:off x="640800" y="5886454"/>
            <a:ext cx="8280000" cy="451754"/>
          </a:xfrm>
          <a:prstGeom prst="rect">
            <a:avLst/>
          </a:prstGeom>
        </p:spPr>
        <p:txBody>
          <a:bodyPr lIns="0" tIns="0" rIns="0" bIns="0"/>
          <a:lstStyle>
            <a:lvl1pPr>
              <a:lnSpc>
                <a:spcPts val="1500"/>
              </a:lnSpc>
              <a:spcBef>
                <a:spcPts val="0"/>
              </a:spcBef>
              <a:tabLst>
                <a:tab pos="2222500" algn="l"/>
              </a:tabLst>
              <a:defRPr sz="1500" spc="-53">
                <a:solidFill>
                  <a:schemeClr val="bg1"/>
                </a:solidFill>
              </a:defRPr>
            </a:lvl1pPr>
          </a:lstStyle>
          <a:p>
            <a:r>
              <a:rPr dirty="0"/>
              <a:t>Presentation subtitle goes here.</a:t>
            </a:r>
          </a:p>
        </p:txBody>
      </p:sp>
      <p:sp>
        <p:nvSpPr>
          <p:cNvPr id="411"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2" name="Title 1">
            <a:extLst>
              <a:ext uri="{FF2B5EF4-FFF2-40B4-BE49-F238E27FC236}">
                <a16:creationId xmlns:a16="http://schemas.microsoft.com/office/drawing/2014/main" id="{C47FAC7F-2270-BA58-47C4-1CCA98AFDC48}"/>
              </a:ext>
            </a:extLst>
          </p:cNvPr>
          <p:cNvSpPr>
            <a:spLocks noGrp="1"/>
          </p:cNvSpPr>
          <p:nvPr>
            <p:ph type="title" hasCustomPrompt="1"/>
          </p:nvPr>
        </p:nvSpPr>
        <p:spPr>
          <a:xfrm>
            <a:off x="640800" y="4843803"/>
            <a:ext cx="8280000" cy="1037888"/>
          </a:xfrm>
          <a:prstGeom prst="rect">
            <a:avLst/>
          </a:prstGeom>
        </p:spPr>
        <p:txBody>
          <a:bodyPr lIns="0" tIns="0" rIns="0" bIns="0"/>
          <a:lstStyle>
            <a:lvl1pPr>
              <a:lnSpc>
                <a:spcPts val="4000"/>
              </a:lnSpc>
              <a:spcBef>
                <a:spcPts val="0"/>
              </a:spcBef>
              <a:defRPr sz="4000" spc="-220" baseline="0">
                <a:solidFill>
                  <a:srgbClr val="FFFFFF"/>
                </a:solidFill>
              </a:defRPr>
            </a:lvl1pPr>
          </a:lstStyle>
          <a:p>
            <a:r>
              <a:rPr lang="en-GB" dirty="0"/>
              <a:t>Presentation title goes here</a:t>
            </a:r>
            <a:br>
              <a:rPr lang="en-GB" dirty="0"/>
            </a:br>
            <a:r>
              <a:rPr lang="en-GB" dirty="0"/>
              <a:t>in maximum 2 lines.</a:t>
            </a:r>
            <a:endParaRPr lang="en-RS" dirty="0"/>
          </a:p>
        </p:txBody>
      </p:sp>
      <p:pic>
        <p:nvPicPr>
          <p:cNvPr id="6" name="Picture 5">
            <a:extLst>
              <a:ext uri="{FF2B5EF4-FFF2-40B4-BE49-F238E27FC236}">
                <a16:creationId xmlns:a16="http://schemas.microsoft.com/office/drawing/2014/main" id="{133CDE45-56ED-B37C-C67D-C43BC1CBB05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616196" y="435122"/>
            <a:ext cx="1116970" cy="363664"/>
          </a:xfrm>
          <a:prstGeom prst="rect">
            <a:avLst/>
          </a:prstGeom>
        </p:spPr>
      </p:pic>
    </p:spTree>
    <p:extLst>
      <p:ext uri="{BB962C8B-B14F-4D97-AF65-F5344CB8AC3E}">
        <p14:creationId xmlns:p14="http://schemas.microsoft.com/office/powerpoint/2010/main" val="370291974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chemeClr val="bg1"/>
              </a:buClr>
              <a:buSzPct val="100000"/>
              <a:defRPr>
                <a:solidFill>
                  <a:schemeClr val="bg1"/>
                </a:solidFill>
              </a:defRPr>
            </a:lvl1pPr>
            <a:lvl2pPr>
              <a:buClr>
                <a:schemeClr val="bg1"/>
              </a:buClr>
              <a:buSzPct val="100000"/>
              <a:defRPr baseline="0">
                <a:solidFill>
                  <a:schemeClr val="bg1"/>
                </a:solidFill>
              </a:defRPr>
            </a:lvl2pPr>
            <a:lvl3pPr>
              <a:buClr>
                <a:schemeClr val="bg1"/>
              </a:buClr>
              <a:buSzPct val="100000"/>
              <a:defRPr>
                <a:solidFill>
                  <a:schemeClr val="bg1"/>
                </a:solidFill>
              </a:defRPr>
            </a:lvl3pPr>
            <a:lvl4pPr>
              <a:buClr>
                <a:schemeClr val="bg1"/>
              </a:buClr>
              <a:buSzPct val="100000"/>
              <a:defRPr>
                <a:solidFill>
                  <a:schemeClr val="bg1"/>
                </a:solidFill>
              </a:defRPr>
            </a:lvl4pPr>
            <a:lvl5pPr>
              <a:buClr>
                <a:schemeClr val="bg1"/>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2854849"/>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and Content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rgbClr val="FFFFFF"/>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rgbClr val="FFFFFF"/>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rgbClr val="FFFFFF"/>
              </a:buClr>
              <a:buSzPct val="100000"/>
              <a:defRPr>
                <a:solidFill>
                  <a:srgbClr val="FFFFFF"/>
                </a:solidFill>
              </a:defRPr>
            </a:lvl1pPr>
            <a:lvl2pPr>
              <a:buClr>
                <a:srgbClr val="FFFFFF"/>
              </a:buClr>
              <a:buSzPct val="100000"/>
              <a:defRPr baseline="0">
                <a:solidFill>
                  <a:srgbClr val="FFFFFF"/>
                </a:solidFill>
              </a:defRPr>
            </a:lvl2pPr>
            <a:lvl3pPr>
              <a:buClr>
                <a:srgbClr val="FFFFFF"/>
              </a:buClr>
              <a:buSzPct val="100000"/>
              <a:defRPr>
                <a:solidFill>
                  <a:srgbClr val="FFFFFF"/>
                </a:solidFill>
              </a:defRPr>
            </a:lvl3pPr>
            <a:lvl4pPr>
              <a:buClr>
                <a:srgbClr val="FFFFFF"/>
              </a:buClr>
              <a:buSzPct val="100000"/>
              <a:defRPr>
                <a:solidFill>
                  <a:srgbClr val="FFFFFF"/>
                </a:solidFill>
              </a:defRPr>
            </a:lvl4pPr>
            <a:lvl5pPr>
              <a:buClr>
                <a:srgbClr val="FFFFFF"/>
              </a:buClr>
              <a:buSzPct val="100000"/>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Rectangle 26">
            <a:extLst>
              <a:ext uri="{FF2B5EF4-FFF2-40B4-BE49-F238E27FC236}">
                <a16:creationId xmlns:a16="http://schemas.microsoft.com/office/drawing/2014/main" id="{1AF881B0-6E18-8D27-53FB-8E78FA3095F7}"/>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B8B9E036-63B8-BABD-33F1-5BC9082BA90C}"/>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748429553"/>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Teal">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rgbClr val="FFFFFF"/>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rgbClr val="FFFFFF"/>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rgbClr val="FFFFFF"/>
              </a:buClr>
              <a:buSzPct val="100000"/>
              <a:defRPr>
                <a:solidFill>
                  <a:srgbClr val="FFFFFF"/>
                </a:solidFill>
              </a:defRPr>
            </a:lvl1pPr>
            <a:lvl2pPr>
              <a:buClr>
                <a:srgbClr val="FFFFFF"/>
              </a:buClr>
              <a:buSzPct val="100000"/>
              <a:defRPr baseline="0">
                <a:solidFill>
                  <a:srgbClr val="FFFFFF"/>
                </a:solidFill>
              </a:defRPr>
            </a:lvl2pPr>
            <a:lvl3pPr>
              <a:buClr>
                <a:srgbClr val="FFFFFF"/>
              </a:buClr>
              <a:buSzPct val="100000"/>
              <a:defRPr>
                <a:solidFill>
                  <a:srgbClr val="FFFFFF"/>
                </a:solidFill>
              </a:defRPr>
            </a:lvl3pPr>
            <a:lvl4pPr>
              <a:buClr>
                <a:srgbClr val="FFFFFF"/>
              </a:buClr>
              <a:buSzPct val="100000"/>
              <a:defRPr>
                <a:solidFill>
                  <a:srgbClr val="FFFFFF"/>
                </a:solidFill>
              </a:defRPr>
            </a:lvl4pPr>
            <a:lvl5pPr>
              <a:buClr>
                <a:srgbClr val="FFFFFF"/>
              </a:buClr>
              <a:buSzPct val="100000"/>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8094EDF9-0B9F-F29C-3C80-EFBD9E4D6C49}"/>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84167BFE-ED3C-83B8-FECA-185F5C7BA577}"/>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26924384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B5EC6-D35A-10B8-5EA0-50BF83AD45B9}"/>
              </a:ext>
            </a:extLst>
          </p:cNvPr>
          <p:cNvSpPr>
            <a:spLocks noGrp="1"/>
          </p:cNvSpPr>
          <p:nvPr>
            <p:ph type="title" hasCustomPrompt="1"/>
          </p:nvPr>
        </p:nvSpPr>
        <p:spPr/>
        <p:txBody>
          <a:bodyPr/>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9269A480-B1A1-5C47-6F30-1A57779A5887}"/>
              </a:ext>
            </a:extLst>
          </p:cNvPr>
          <p:cNvSpPr>
            <a:spLocks noGrp="1"/>
          </p:cNvSpPr>
          <p:nvPr>
            <p:ph type="sldNum" sz="quarter" idx="10"/>
          </p:nvPr>
        </p:nvSpPr>
        <p:spPr/>
        <p:txBody>
          <a:bodyPr/>
          <a:lstStyle/>
          <a:p>
            <a:fld id="{86CB4B4D-7CA3-9044-876B-883B54F8677D}" type="slidenum">
              <a:rPr lang="en-MT" smtClean="0"/>
              <a:t>‹#›</a:t>
            </a:fld>
            <a:endParaRPr lang="en-MT" dirty="0"/>
          </a:p>
        </p:txBody>
      </p:sp>
    </p:spTree>
    <p:extLst>
      <p:ext uri="{BB962C8B-B14F-4D97-AF65-F5344CB8AC3E}">
        <p14:creationId xmlns:p14="http://schemas.microsoft.com/office/powerpoint/2010/main" val="1437223348"/>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Headline only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4" name="Rectangle 26">
            <a:extLst>
              <a:ext uri="{FF2B5EF4-FFF2-40B4-BE49-F238E27FC236}">
                <a16:creationId xmlns:a16="http://schemas.microsoft.com/office/drawing/2014/main" id="{A37C948F-854A-8FBB-50DD-E5D312C9C27A}"/>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AA22D9B2-02EB-3F5D-FE5D-896350F8429D}"/>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631166975"/>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Headline only Teal">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5" name="Rectangle 26">
            <a:extLst>
              <a:ext uri="{FF2B5EF4-FFF2-40B4-BE49-F238E27FC236}">
                <a16:creationId xmlns:a16="http://schemas.microsoft.com/office/drawing/2014/main" id="{0F83599E-08BA-C7BD-E23C-5534343B05C5}"/>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28ED4990-B85C-39F0-60DA-A271B7492A1E}"/>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44110458"/>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2 Contents">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BF7E67D-18D5-6A8D-7953-FEA5113E7AB7}"/>
              </a:ext>
            </a:extLst>
          </p:cNvPr>
          <p:cNvPicPr>
            <a:picLocks noChangeAspect="1"/>
          </p:cNvPicPr>
          <p:nvPr userDrawn="1"/>
        </p:nvPicPr>
        <p:blipFill>
          <a:blip r:embed="rId2"/>
          <a:stretch>
            <a:fillRect/>
          </a:stretch>
        </p:blipFill>
        <p:spPr>
          <a:xfrm>
            <a:off x="6089650" y="0"/>
            <a:ext cx="6089650" cy="2087592"/>
          </a:xfrm>
          <a:prstGeom prst="rect">
            <a:avLst/>
          </a:prstGeom>
        </p:spPr>
      </p:pic>
      <p:pic>
        <p:nvPicPr>
          <p:cNvPr id="7" name="Picture 6">
            <a:extLst>
              <a:ext uri="{FF2B5EF4-FFF2-40B4-BE49-F238E27FC236}">
                <a16:creationId xmlns:a16="http://schemas.microsoft.com/office/drawing/2014/main" id="{B02CA3FB-76AE-FD67-66CE-9977642A8241}"/>
              </a:ext>
            </a:extLst>
          </p:cNvPr>
          <p:cNvPicPr>
            <a:picLocks noChangeAspect="1"/>
          </p:cNvPicPr>
          <p:nvPr userDrawn="1"/>
        </p:nvPicPr>
        <p:blipFill>
          <a:blip r:embed="rId3"/>
          <a:stretch>
            <a:fillRect/>
          </a:stretch>
        </p:blipFill>
        <p:spPr>
          <a:xfrm>
            <a:off x="0" y="2692400"/>
            <a:ext cx="4178300" cy="4165600"/>
          </a:xfrm>
          <a:prstGeom prst="rect">
            <a:avLst/>
          </a:prstGeom>
        </p:spPr>
      </p:pic>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lvl1pPr>
              <a:defRPr>
                <a:solidFill>
                  <a:schemeClr val="bg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noChangeAspect="1"/>
          </p:cNvSpPr>
          <p:nvPr>
            <p:ph type="body" sz="quarter" idx="15" hasCustomPrompt="1"/>
          </p:nvPr>
        </p:nvSpPr>
        <p:spPr>
          <a:xfrm>
            <a:off x="360000" y="1440000"/>
            <a:ext cx="5040000" cy="252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5040000" cy="4320000"/>
          </a:xfrm>
          <a:prstGeom prst="rect">
            <a:avLst/>
          </a:prstGeom>
        </p:spPr>
        <p:txBody>
          <a:bodyPr wrap="square" lIns="0" tIns="0" rIns="0" bIns="0">
            <a:noAutofit/>
          </a:bodyPr>
          <a:lstStyle>
            <a:lvl1pPr>
              <a:buClr>
                <a:schemeClr val="bg2"/>
              </a:buClr>
              <a:buSzPct val="100000"/>
              <a:defRPr>
                <a:solidFill>
                  <a:schemeClr val="bg1"/>
                </a:solidFill>
              </a:defRPr>
            </a:lvl1pPr>
            <a:lvl2pPr>
              <a:buClr>
                <a:schemeClr val="bg2"/>
              </a:buClr>
              <a:buSzPct val="100000"/>
              <a:defRPr baseline="0">
                <a:solidFill>
                  <a:schemeClr val="bg1"/>
                </a:solidFill>
              </a:defRPr>
            </a:lvl2pPr>
            <a:lvl3pPr>
              <a:buClr>
                <a:schemeClr val="bg2"/>
              </a:buClr>
              <a:buSzPct val="100000"/>
              <a:defRPr>
                <a:solidFill>
                  <a:schemeClr val="bg1"/>
                </a:solidFill>
              </a:defRPr>
            </a:lvl3pPr>
            <a:lvl4pPr>
              <a:buClr>
                <a:schemeClr val="bg2"/>
              </a:buClr>
              <a:buSzPct val="100000"/>
              <a:defRPr>
                <a:solidFill>
                  <a:schemeClr val="bg1"/>
                </a:solidFill>
              </a:defRPr>
            </a:lvl4pPr>
            <a:lvl5pPr>
              <a:buClr>
                <a:schemeClr val="bg2"/>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CF5A879-E102-A7F6-E438-DA657371CA28}"/>
              </a:ext>
            </a:extLst>
          </p:cNvPr>
          <p:cNvSpPr>
            <a:spLocks noGrp="1" noChangeAspect="1"/>
          </p:cNvSpPr>
          <p:nvPr>
            <p:ph type="body" sz="quarter" idx="17" hasCustomPrompt="1"/>
          </p:nvPr>
        </p:nvSpPr>
        <p:spPr>
          <a:xfrm>
            <a:off x="6089650" y="1440000"/>
            <a:ext cx="5040000" cy="252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5" name="Content Placeholder 2">
            <a:extLst>
              <a:ext uri="{FF2B5EF4-FFF2-40B4-BE49-F238E27FC236}">
                <a16:creationId xmlns:a16="http://schemas.microsoft.com/office/drawing/2014/main" id="{89492F2E-9B45-D3A3-949A-69F4E3A117F0}"/>
              </a:ext>
            </a:extLst>
          </p:cNvPr>
          <p:cNvSpPr>
            <a:spLocks noGrp="1"/>
          </p:cNvSpPr>
          <p:nvPr>
            <p:ph idx="18"/>
          </p:nvPr>
        </p:nvSpPr>
        <p:spPr>
          <a:xfrm>
            <a:off x="6089650" y="1799999"/>
            <a:ext cx="5040000" cy="4320000"/>
          </a:xfrm>
          <a:prstGeom prst="rect">
            <a:avLst/>
          </a:prstGeom>
        </p:spPr>
        <p:txBody>
          <a:bodyPr wrap="square" lIns="0" tIns="0" rIns="0" bIns="0">
            <a:noAutofit/>
          </a:bodyPr>
          <a:lstStyle>
            <a:lvl1pPr>
              <a:buClr>
                <a:schemeClr val="bg2"/>
              </a:buClr>
              <a:buSzPct val="100000"/>
              <a:defRPr>
                <a:solidFill>
                  <a:schemeClr val="bg1"/>
                </a:solidFill>
              </a:defRPr>
            </a:lvl1pPr>
            <a:lvl2pPr>
              <a:buClr>
                <a:schemeClr val="bg2"/>
              </a:buClr>
              <a:buSzPct val="100000"/>
              <a:defRPr baseline="0">
                <a:solidFill>
                  <a:schemeClr val="bg1"/>
                </a:solidFill>
              </a:defRPr>
            </a:lvl2pPr>
            <a:lvl3pPr>
              <a:buClr>
                <a:schemeClr val="bg2"/>
              </a:buClr>
              <a:buSzPct val="100000"/>
              <a:defRPr>
                <a:solidFill>
                  <a:schemeClr val="bg1"/>
                </a:solidFill>
              </a:defRPr>
            </a:lvl3pPr>
            <a:lvl4pPr>
              <a:buClr>
                <a:schemeClr val="bg2"/>
              </a:buClr>
              <a:buSzPct val="100000"/>
              <a:defRPr>
                <a:solidFill>
                  <a:schemeClr val="bg1"/>
                </a:solidFill>
              </a:defRPr>
            </a:lvl4pPr>
            <a:lvl5pPr>
              <a:buClr>
                <a:schemeClr val="bg2"/>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Rectangle 26">
            <a:extLst>
              <a:ext uri="{FF2B5EF4-FFF2-40B4-BE49-F238E27FC236}">
                <a16:creationId xmlns:a16="http://schemas.microsoft.com/office/drawing/2014/main" id="{568F95BD-C79E-1D24-6A04-74C72803F653}"/>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10" name="Picture 9">
            <a:extLst>
              <a:ext uri="{FF2B5EF4-FFF2-40B4-BE49-F238E27FC236}">
                <a16:creationId xmlns:a16="http://schemas.microsoft.com/office/drawing/2014/main" id="{948CE9FC-0B4F-2C3E-032C-662E264555D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0667661" y="404660"/>
            <a:ext cx="1063903" cy="346387"/>
          </a:xfrm>
          <a:prstGeom prst="rect">
            <a:avLst/>
          </a:prstGeom>
        </p:spPr>
      </p:pic>
    </p:spTree>
    <p:extLst>
      <p:ext uri="{BB962C8B-B14F-4D97-AF65-F5344CB8AC3E}">
        <p14:creationId xmlns:p14="http://schemas.microsoft.com/office/powerpoint/2010/main" val="175258455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mparison">
    <p:bg>
      <p:bgPr>
        <a:solidFill>
          <a:schemeClr val="accent3"/>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EE5D8D0-80F5-51A5-1B07-109FA11D2876}"/>
              </a:ext>
            </a:extLst>
          </p:cNvPr>
          <p:cNvPicPr>
            <a:picLocks noChangeAspect="1"/>
          </p:cNvPicPr>
          <p:nvPr userDrawn="1"/>
        </p:nvPicPr>
        <p:blipFill>
          <a:blip r:embed="rId2"/>
          <a:stretch>
            <a:fillRect/>
          </a:stretch>
        </p:blipFill>
        <p:spPr>
          <a:xfrm>
            <a:off x="0" y="0"/>
            <a:ext cx="7567885" cy="6858000"/>
          </a:xfrm>
          <a:prstGeom prst="rect">
            <a:avLst/>
          </a:prstGeom>
        </p:spPr>
      </p:pic>
      <p:sp>
        <p:nvSpPr>
          <p:cNvPr id="771" name="Slide Number"/>
          <p:cNvSpPr txBox="1">
            <a:spLocks noGrp="1"/>
          </p:cNvSpPr>
          <p:nvPr>
            <p:ph type="sldNum" sz="quarter" idx="2"/>
          </p:nvPr>
        </p:nvSpPr>
        <p:spPr>
          <a:xfrm>
            <a:off x="11574470" y="6480000"/>
            <a:ext cx="157094" cy="153888"/>
          </a:xfrm>
          <a:prstGeom prst="rect">
            <a:avLst/>
          </a:prstGeom>
        </p:spPr>
        <p:txBody>
          <a:bodyPr/>
          <a:lstStyle>
            <a:lvl1pPr>
              <a:defRPr>
                <a:solidFill>
                  <a:schemeClr val="tx1"/>
                </a:solidFill>
              </a:defRPr>
            </a:lvl1pPr>
          </a:lstStyle>
          <a:p>
            <a:fld id="{86CB4B4D-7CA3-9044-876B-883B54F8677D}" type="slidenum">
              <a:rPr lang="en-MT" smtClean="0"/>
              <a:pPr/>
              <a:t>‹#›</a:t>
            </a:fld>
            <a:endParaRPr lang="en-MT"/>
          </a:p>
        </p:txBody>
      </p:sp>
      <p:sp>
        <p:nvSpPr>
          <p:cNvPr id="2" name="Title 1">
            <a:extLst>
              <a:ext uri="{FF2B5EF4-FFF2-40B4-BE49-F238E27FC236}">
                <a16:creationId xmlns:a16="http://schemas.microsoft.com/office/drawing/2014/main" id="{9D122760-6141-1BBA-A1C0-71FC81DE61D6}"/>
              </a:ext>
            </a:extLst>
          </p:cNvPr>
          <p:cNvSpPr>
            <a:spLocks noGrp="1"/>
          </p:cNvSpPr>
          <p:nvPr>
            <p:ph type="title" hasCustomPrompt="1"/>
          </p:nvPr>
        </p:nvSpPr>
        <p:spPr>
          <a:xfrm>
            <a:off x="359999" y="1674394"/>
            <a:ext cx="5040000" cy="900000"/>
          </a:xfrm>
          <a:prstGeom prst="rect">
            <a:avLst/>
          </a:prstGeom>
        </p:spPr>
        <p:txBody>
          <a:bodyPr/>
          <a:lstStyle>
            <a:lvl1pPr>
              <a:lnSpc>
                <a:spcPts val="3000"/>
              </a:lnSpc>
              <a:spcBef>
                <a:spcPts val="0"/>
              </a:spcBef>
              <a:defRPr sz="3000" spc="-150" baseline="0">
                <a:solidFill>
                  <a:schemeClr val="bg1"/>
                </a:solidFill>
              </a:defRPr>
            </a:lvl1pPr>
          </a:lstStyle>
          <a:p>
            <a:r>
              <a:rPr lang="en-GB" dirty="0"/>
              <a:t>Headline goes here.</a:t>
            </a:r>
            <a:br>
              <a:rPr lang="en-GB" dirty="0"/>
            </a:br>
            <a:r>
              <a:rPr lang="en-GB" dirty="0"/>
              <a:t>Maximum in 2 lines.</a:t>
            </a:r>
            <a:endParaRPr lang="en-RS" dirty="0"/>
          </a:p>
        </p:txBody>
      </p:sp>
      <p:sp>
        <p:nvSpPr>
          <p:cNvPr id="6" name="Text Placeholder 5">
            <a:extLst>
              <a:ext uri="{FF2B5EF4-FFF2-40B4-BE49-F238E27FC236}">
                <a16:creationId xmlns:a16="http://schemas.microsoft.com/office/drawing/2014/main" id="{692E8514-1FD9-1D48-F636-D07CF9B3E97F}"/>
              </a:ext>
            </a:extLst>
          </p:cNvPr>
          <p:cNvSpPr>
            <a:spLocks noGrp="1"/>
          </p:cNvSpPr>
          <p:nvPr>
            <p:ph type="body" sz="quarter" idx="25" hasCustomPrompt="1"/>
          </p:nvPr>
        </p:nvSpPr>
        <p:spPr>
          <a:xfrm>
            <a:off x="6480000" y="1674393"/>
            <a:ext cx="5040000" cy="900000"/>
          </a:xfrm>
          <a:prstGeom prst="rect">
            <a:avLst/>
          </a:prstGeom>
        </p:spPr>
        <p:txBody>
          <a:bodyPr lIns="0" tIns="0" rIns="0" bIns="0"/>
          <a:lstStyle>
            <a:lvl1pPr>
              <a:lnSpc>
                <a:spcPts val="3000"/>
              </a:lnSpc>
              <a:spcBef>
                <a:spcPts val="0"/>
              </a:spcBef>
              <a:defRPr sz="3000" b="1" i="0" spc="-150" baseline="0">
                <a:solidFill>
                  <a:srgbClr val="FFFFFF"/>
                </a:solidFill>
                <a:latin typeface="Arial" panose="020B0604020202020204" pitchFamily="34" charset="0"/>
                <a:cs typeface="Arial" panose="020B0604020202020204" pitchFamily="34" charset="0"/>
              </a:defRPr>
            </a:lvl1pPr>
          </a:lstStyle>
          <a:p>
            <a:pPr lvl="0"/>
            <a:r>
              <a:rPr lang="en-GB" dirty="0"/>
              <a:t>Headline goes here.</a:t>
            </a:r>
          </a:p>
          <a:p>
            <a:pPr lvl="0"/>
            <a:r>
              <a:rPr lang="en-GB" dirty="0"/>
              <a:t>Maximum in 2 lines.</a:t>
            </a:r>
            <a:endParaRPr lang="en-RS" dirty="0"/>
          </a:p>
        </p:txBody>
      </p:sp>
      <p:sp>
        <p:nvSpPr>
          <p:cNvPr id="8" name="Text Placeholder 7">
            <a:extLst>
              <a:ext uri="{FF2B5EF4-FFF2-40B4-BE49-F238E27FC236}">
                <a16:creationId xmlns:a16="http://schemas.microsoft.com/office/drawing/2014/main" id="{39CEBE2D-F2C3-88C0-3F92-6DB010B000A0}"/>
              </a:ext>
            </a:extLst>
          </p:cNvPr>
          <p:cNvSpPr>
            <a:spLocks noGrp="1"/>
          </p:cNvSpPr>
          <p:nvPr>
            <p:ph type="body" sz="quarter" idx="26" hasCustomPrompt="1"/>
          </p:nvPr>
        </p:nvSpPr>
        <p:spPr>
          <a:xfrm>
            <a:off x="6480000" y="2834245"/>
            <a:ext cx="5040000" cy="3240000"/>
          </a:xfrm>
          <a:prstGeom prst="rect">
            <a:avLst/>
          </a:prstGeom>
        </p:spPr>
        <p:txBody>
          <a:bodyPr lIns="0" tIns="0" rIns="0" bIns="0"/>
          <a:lstStyle>
            <a:lvl1pPr marL="230400" indent="-230400">
              <a:buClr>
                <a:schemeClr val="accent1"/>
              </a:buClr>
              <a:buSzPct val="120000"/>
              <a:buFont typeface="Arial" panose="020B0604020202020204" pitchFamily="34" charset="0"/>
              <a:buChar char="•"/>
              <a:defRPr sz="1400">
                <a:solidFill>
                  <a:srgbClr val="FFFFFF"/>
                </a:solidFill>
              </a:defRPr>
            </a:lvl1pPr>
          </a:lstStyle>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endParaRPr lang="en-RS" dirty="0"/>
          </a:p>
        </p:txBody>
      </p:sp>
      <p:sp>
        <p:nvSpPr>
          <p:cNvPr id="10" name="Text Placeholder 9">
            <a:extLst>
              <a:ext uri="{FF2B5EF4-FFF2-40B4-BE49-F238E27FC236}">
                <a16:creationId xmlns:a16="http://schemas.microsoft.com/office/drawing/2014/main" id="{81C44C58-2ED7-4D46-7596-BC9E68CD7429}"/>
              </a:ext>
            </a:extLst>
          </p:cNvPr>
          <p:cNvSpPr>
            <a:spLocks noGrp="1"/>
          </p:cNvSpPr>
          <p:nvPr>
            <p:ph type="body" sz="quarter" idx="27" hasCustomPrompt="1"/>
          </p:nvPr>
        </p:nvSpPr>
        <p:spPr>
          <a:xfrm>
            <a:off x="360000" y="2834245"/>
            <a:ext cx="5040000" cy="3240000"/>
          </a:xfrm>
          <a:prstGeom prst="rect">
            <a:avLst/>
          </a:prstGeom>
        </p:spPr>
        <p:txBody>
          <a:bodyPr lIns="0" tIns="0" rIns="0" bIns="0"/>
          <a:lstStyle>
            <a:lvl1pPr marL="230400" indent="-230400">
              <a:buClr>
                <a:schemeClr val="accent1"/>
              </a:buClr>
              <a:buSzPct val="120000"/>
              <a:buFont typeface="Arial" panose="020B0604020202020204" pitchFamily="34" charset="0"/>
              <a:buChar char="•"/>
              <a:defRPr sz="1400">
                <a:solidFill>
                  <a:schemeClr val="bg1"/>
                </a:solidFill>
              </a:defRPr>
            </a:lvl1pPr>
          </a:lstStyle>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endParaRPr lang="en-RS" dirty="0"/>
          </a:p>
        </p:txBody>
      </p:sp>
      <p:sp>
        <p:nvSpPr>
          <p:cNvPr id="4" name="Rectangle 26">
            <a:extLst>
              <a:ext uri="{FF2B5EF4-FFF2-40B4-BE49-F238E27FC236}">
                <a16:creationId xmlns:a16="http://schemas.microsoft.com/office/drawing/2014/main" id="{AC0B41AC-E660-039B-D957-02D6B6044830}"/>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3" name="Picture 2">
            <a:extLst>
              <a:ext uri="{FF2B5EF4-FFF2-40B4-BE49-F238E27FC236}">
                <a16:creationId xmlns:a16="http://schemas.microsoft.com/office/drawing/2014/main" id="{970FB612-69BE-4BC2-2F09-D99BA96EC833}"/>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99643521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Quote Slide">
    <p:bg>
      <p:bgPr>
        <a:solidFill>
          <a:schemeClr val="accent2"/>
        </a:solidFill>
        <a:effectLst/>
      </p:bgPr>
    </p:bg>
    <p:spTree>
      <p:nvGrpSpPr>
        <p:cNvPr id="1" name=""/>
        <p:cNvGrpSpPr/>
        <p:nvPr/>
      </p:nvGrpSpPr>
      <p:grpSpPr>
        <a:xfrm>
          <a:off x="0" y="0"/>
          <a:ext cx="0" cy="0"/>
          <a:chOff x="0" y="0"/>
          <a:chExt cx="0" cy="0"/>
        </a:xfrm>
      </p:grpSpPr>
      <p:sp>
        <p:nvSpPr>
          <p:cNvPr id="824"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827" name="“"/>
          <p:cNvSpPr txBox="1"/>
          <p:nvPr/>
        </p:nvSpPr>
        <p:spPr>
          <a:xfrm>
            <a:off x="1343734" y="2179914"/>
            <a:ext cx="239177" cy="32742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a:lnSpc>
                <a:spcPts val="3800"/>
              </a:lnSpc>
              <a:tabLst>
                <a:tab pos="2222500" algn="l"/>
              </a:tabLst>
              <a:defRPr sz="3800" spc="-173">
                <a:solidFill>
                  <a:schemeClr val="accent3">
                    <a:hueOff val="-3600000"/>
                    <a:lumOff val="3392"/>
                  </a:schemeClr>
                </a:solidFill>
              </a:defRPr>
            </a:lvl1pPr>
          </a:lstStyle>
          <a:p>
            <a:r>
              <a:rPr dirty="0">
                <a:solidFill>
                  <a:schemeClr val="tx1"/>
                </a:solidFill>
              </a:rPr>
              <a:t>“</a:t>
            </a:r>
          </a:p>
        </p:txBody>
      </p:sp>
      <p:sp>
        <p:nvSpPr>
          <p:cNvPr id="828"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831" name="Square"/>
          <p:cNvSpPr/>
          <p:nvPr userDrawn="1"/>
        </p:nvSpPr>
        <p:spPr>
          <a:xfrm rot="10800000" flipH="1">
            <a:off x="9366432" y="5569929"/>
            <a:ext cx="505472" cy="505473"/>
          </a:xfrm>
          <a:prstGeom prst="rect">
            <a:avLst/>
          </a:prstGeom>
          <a:solidFill>
            <a:srgbClr val="0BA2B3"/>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7" name="Title 6">
            <a:extLst>
              <a:ext uri="{FF2B5EF4-FFF2-40B4-BE49-F238E27FC236}">
                <a16:creationId xmlns:a16="http://schemas.microsoft.com/office/drawing/2014/main" id="{988AE7EF-64E9-48B7-4CF2-BE88B7C09CA6}"/>
              </a:ext>
            </a:extLst>
          </p:cNvPr>
          <p:cNvSpPr>
            <a:spLocks noGrp="1"/>
          </p:cNvSpPr>
          <p:nvPr>
            <p:ph type="title" hasCustomPrompt="1"/>
          </p:nvPr>
        </p:nvSpPr>
        <p:spPr>
          <a:xfrm>
            <a:off x="1591200" y="2187168"/>
            <a:ext cx="8405525" cy="1977391"/>
          </a:xfrm>
          <a:prstGeom prst="rect">
            <a:avLst/>
          </a:prstGeom>
        </p:spPr>
        <p:txBody>
          <a:bodyPr/>
          <a:lstStyle>
            <a:lvl1pPr>
              <a:lnSpc>
                <a:spcPts val="3800"/>
              </a:lnSpc>
              <a:spcBef>
                <a:spcPts val="0"/>
              </a:spcBef>
              <a:defRPr sz="3800" spc="-170" baseline="0">
                <a:solidFill>
                  <a:srgbClr val="FFFFFF"/>
                </a:solidFill>
              </a:defRPr>
            </a:lvl1pPr>
          </a:lstStyle>
          <a:p>
            <a:r>
              <a:rPr lang="en-GB" dirty="0" err="1"/>
              <a:t>Neceptatio</a:t>
            </a:r>
            <a:r>
              <a:rPr lang="en-GB" dirty="0"/>
              <a:t> </a:t>
            </a:r>
            <a:r>
              <a:rPr lang="en-GB" dirty="0" err="1"/>
              <a:t>odis</a:t>
            </a:r>
            <a:r>
              <a:rPr lang="en-GB" dirty="0"/>
              <a:t> non cum que </a:t>
            </a:r>
            <a:r>
              <a:rPr lang="en-GB" dirty="0" err="1"/>
              <a:t>molum</a:t>
            </a:r>
            <a:r>
              <a:rPr lang="en-GB" dirty="0"/>
              <a:t> qui </a:t>
            </a:r>
            <a:r>
              <a:rPr lang="en-GB" dirty="0" err="1"/>
              <a:t>berum</a:t>
            </a:r>
            <a:r>
              <a:rPr lang="en-GB" dirty="0"/>
              <a:t> re </a:t>
            </a:r>
            <a:r>
              <a:rPr lang="en-GB" dirty="0" err="1"/>
              <a:t>ea</a:t>
            </a:r>
            <a:r>
              <a:rPr lang="en-GB" dirty="0"/>
              <a:t> </a:t>
            </a:r>
            <a:r>
              <a:rPr lang="en-GB" dirty="0" err="1"/>
              <a:t>adi</a:t>
            </a:r>
            <a:r>
              <a:rPr lang="en-GB" dirty="0"/>
              <a:t> </a:t>
            </a:r>
            <a:r>
              <a:rPr lang="en-GB" dirty="0" err="1"/>
              <a:t>dest</a:t>
            </a:r>
            <a:r>
              <a:rPr lang="en-GB" dirty="0"/>
              <a:t> </a:t>
            </a:r>
            <a:r>
              <a:rPr lang="en-GB" dirty="0" err="1"/>
              <a:t>asimus</a:t>
            </a:r>
            <a:r>
              <a:rPr lang="en-GB" dirty="0"/>
              <a:t> </a:t>
            </a:r>
            <a:r>
              <a:rPr lang="en-GB" dirty="0" err="1"/>
              <a:t>modit</a:t>
            </a:r>
            <a:r>
              <a:rPr lang="en-GB" dirty="0"/>
              <a:t> </a:t>
            </a:r>
            <a:r>
              <a:rPr lang="en-GB" dirty="0" err="1"/>
              <a:t>iumet</a:t>
            </a:r>
            <a:r>
              <a:rPr lang="en-GB" dirty="0"/>
              <a:t> </a:t>
            </a:r>
            <a:r>
              <a:rPr lang="en-GB" dirty="0" err="1"/>
              <a:t>optate</a:t>
            </a:r>
            <a:r>
              <a:rPr lang="en-GB" dirty="0"/>
              <a:t> </a:t>
            </a:r>
            <a:r>
              <a:rPr lang="en-GB" dirty="0" err="1"/>
              <a:t>vernam</a:t>
            </a:r>
            <a:r>
              <a:rPr lang="en-GB" dirty="0"/>
              <a:t> as qui </a:t>
            </a:r>
            <a:r>
              <a:rPr lang="en-GB" dirty="0" err="1"/>
              <a:t>officabores</a:t>
            </a:r>
            <a:r>
              <a:rPr lang="en-GB" dirty="0"/>
              <a:t> </a:t>
            </a:r>
            <a:r>
              <a:rPr lang="en-GB" dirty="0" err="1"/>
              <a:t>asi</a:t>
            </a:r>
            <a:r>
              <a:rPr lang="en-GB" dirty="0"/>
              <a:t> od </a:t>
            </a:r>
            <a:r>
              <a:rPr lang="en-GB" dirty="0" err="1"/>
              <a:t>quam</a:t>
            </a:r>
            <a:r>
              <a:rPr lang="en-GB" dirty="0"/>
              <a:t> ex.”</a:t>
            </a:r>
            <a:endParaRPr lang="en-RS" dirty="0"/>
          </a:p>
        </p:txBody>
      </p:sp>
      <p:sp>
        <p:nvSpPr>
          <p:cNvPr id="4" name="Text Placeholder 3">
            <a:extLst>
              <a:ext uri="{FF2B5EF4-FFF2-40B4-BE49-F238E27FC236}">
                <a16:creationId xmlns:a16="http://schemas.microsoft.com/office/drawing/2014/main" id="{0C98FABA-03E9-FFE1-F488-077364696FEB}"/>
              </a:ext>
            </a:extLst>
          </p:cNvPr>
          <p:cNvSpPr>
            <a:spLocks noGrp="1"/>
          </p:cNvSpPr>
          <p:nvPr>
            <p:ph type="body" sz="quarter" idx="21"/>
          </p:nvPr>
        </p:nvSpPr>
        <p:spPr>
          <a:xfrm>
            <a:off x="1591200" y="4421963"/>
            <a:ext cx="7025229" cy="835517"/>
          </a:xfrm>
          <a:prstGeom prst="rect">
            <a:avLst/>
          </a:prstGeom>
        </p:spPr>
        <p:txBody>
          <a:bodyPr lIns="0" tIns="0" rIns="0" bIns="0">
            <a:noAutofit/>
          </a:bodyPr>
          <a:lstStyle>
            <a:lvl1pPr>
              <a:spcBef>
                <a:spcPts val="0"/>
              </a:spcBef>
              <a:defRPr sz="1600" b="1">
                <a:solidFill>
                  <a:schemeClr val="tx1"/>
                </a:solidFill>
              </a:defRPr>
            </a:lvl1pPr>
            <a:lvl2pPr marL="0" indent="0">
              <a:spcBef>
                <a:spcPts val="0"/>
              </a:spcBef>
              <a:buNone/>
              <a:defRPr sz="1600" b="1">
                <a:solidFill>
                  <a:schemeClr val="tx2"/>
                </a:solidFill>
              </a:defRPr>
            </a:lvl2pPr>
            <a:lvl3pPr marL="0" indent="0">
              <a:spcBef>
                <a:spcPts val="0"/>
              </a:spcBef>
              <a:buNone/>
              <a:defRPr sz="1600">
                <a:solidFill>
                  <a:schemeClr val="tx2"/>
                </a:solidFill>
              </a:defRPr>
            </a:lvl3pPr>
          </a:lstStyle>
          <a:p>
            <a:pPr lvl="0"/>
            <a:r>
              <a:rPr lang="en-US"/>
              <a:t>Click to edit Master text styles</a:t>
            </a:r>
          </a:p>
          <a:p>
            <a:pPr lvl="1"/>
            <a:r>
              <a:rPr lang="en-US"/>
              <a:t>Second level</a:t>
            </a:r>
          </a:p>
          <a:p>
            <a:pPr lvl="2"/>
            <a:r>
              <a:rPr lang="en-US"/>
              <a:t>Third level</a:t>
            </a:r>
          </a:p>
        </p:txBody>
      </p:sp>
      <p:pic>
        <p:nvPicPr>
          <p:cNvPr id="3" name="Picture 2">
            <a:extLst>
              <a:ext uri="{FF2B5EF4-FFF2-40B4-BE49-F238E27FC236}">
                <a16:creationId xmlns:a16="http://schemas.microsoft.com/office/drawing/2014/main" id="{351FC9C7-5636-7C28-B31A-915D1D97FE4F}"/>
              </a:ext>
            </a:extLst>
          </p:cNvPr>
          <p:cNvPicPr>
            <a:picLocks noChangeAspect="1"/>
          </p:cNvPicPr>
          <p:nvPr userDrawn="1"/>
        </p:nvPicPr>
        <p:blipFill>
          <a:blip r:embed="rId2"/>
          <a:stretch>
            <a:fillRect/>
          </a:stretch>
        </p:blipFill>
        <p:spPr>
          <a:xfrm>
            <a:off x="9374886" y="5067046"/>
            <a:ext cx="2006600" cy="1003300"/>
          </a:xfrm>
          <a:prstGeom prst="rect">
            <a:avLst/>
          </a:prstGeom>
        </p:spPr>
      </p:pic>
      <p:pic>
        <p:nvPicPr>
          <p:cNvPr id="2" name="Picture 1">
            <a:extLst>
              <a:ext uri="{FF2B5EF4-FFF2-40B4-BE49-F238E27FC236}">
                <a16:creationId xmlns:a16="http://schemas.microsoft.com/office/drawing/2014/main" id="{56FA4E22-A36B-3DE6-7D3E-A1F49569E89C}"/>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8463475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with photo">
    <p:spTree>
      <p:nvGrpSpPr>
        <p:cNvPr id="1" name=""/>
        <p:cNvGrpSpPr/>
        <p:nvPr/>
      </p:nvGrpSpPr>
      <p:grpSpPr>
        <a:xfrm>
          <a:off x="0" y="0"/>
          <a:ext cx="0" cy="0"/>
          <a:chOff x="0" y="0"/>
          <a:chExt cx="0" cy="0"/>
        </a:xfrm>
      </p:grpSpPr>
      <p:sp>
        <p:nvSpPr>
          <p:cNvPr id="4" name="Picture Placeholder 13">
            <a:extLst>
              <a:ext uri="{FF2B5EF4-FFF2-40B4-BE49-F238E27FC236}">
                <a16:creationId xmlns:a16="http://schemas.microsoft.com/office/drawing/2014/main" id="{6428E0B8-6EE1-8590-A6C5-89D1F5E64790}"/>
              </a:ext>
            </a:extLst>
          </p:cNvPr>
          <p:cNvSpPr>
            <a:spLocks noGrp="1"/>
          </p:cNvSpPr>
          <p:nvPr>
            <p:ph type="pic" sz="half" idx="22"/>
          </p:nvPr>
        </p:nvSpPr>
        <p:spPr>
          <a:xfrm>
            <a:off x="7937500" y="1447601"/>
            <a:ext cx="4241800" cy="5410399"/>
          </a:xfrm>
          <a:prstGeom prst="rect">
            <a:avLst/>
          </a:prstGeom>
        </p:spPr>
        <p:txBody>
          <a:bodyPr lIns="91439" tIns="45719" rIns="91439" bIns="45719"/>
          <a:lstStyle>
            <a:lvl1pPr>
              <a:defRPr>
                <a:solidFill>
                  <a:schemeClr val="bg1"/>
                </a:solidFill>
              </a:defRPr>
            </a:lvl1pPr>
          </a:lstStyle>
          <a:p>
            <a:r>
              <a:rPr lang="en-US"/>
              <a:t>Click icon to add picture</a:t>
            </a:r>
            <a:endParaRPr dirty="0"/>
          </a:p>
        </p:txBody>
      </p:sp>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7200000" cy="360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7200000" cy="4320000"/>
          </a:xfrm>
          <a:prstGeom prst="rect">
            <a:avLst/>
          </a:prstGeom>
        </p:spPr>
        <p:txBody>
          <a:bodyPr wrap="square" lIns="0" tIns="0" rIns="0" bIns="0">
            <a:noAutofit/>
          </a:bodyPr>
          <a:lstStyle>
            <a:lvl1pPr>
              <a:buClr>
                <a:schemeClr val="bg1"/>
              </a:buClr>
              <a:buSzPct val="100000"/>
              <a:defRPr>
                <a:solidFill>
                  <a:schemeClr val="bg1"/>
                </a:solidFill>
              </a:defRPr>
            </a:lvl1pPr>
            <a:lvl2pPr>
              <a:buClr>
                <a:schemeClr val="bg1"/>
              </a:buClr>
              <a:buSzPct val="100000"/>
              <a:defRPr baseline="0">
                <a:solidFill>
                  <a:schemeClr val="bg1"/>
                </a:solidFill>
              </a:defRPr>
            </a:lvl2pPr>
            <a:lvl3pPr>
              <a:buClr>
                <a:schemeClr val="bg1"/>
              </a:buClr>
              <a:buSzPct val="100000"/>
              <a:defRPr>
                <a:solidFill>
                  <a:schemeClr val="bg1"/>
                </a:solidFill>
              </a:defRPr>
            </a:lvl3pPr>
            <a:lvl4pPr>
              <a:buClr>
                <a:schemeClr val="bg1"/>
              </a:buClr>
              <a:buSzPct val="100000"/>
              <a:defRPr>
                <a:solidFill>
                  <a:schemeClr val="bg1"/>
                </a:solidFill>
              </a:defRPr>
            </a:lvl4pPr>
            <a:lvl5pPr>
              <a:buClr>
                <a:schemeClr val="bg1"/>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5" name="Picture 4">
            <a:extLst>
              <a:ext uri="{FF2B5EF4-FFF2-40B4-BE49-F238E27FC236}">
                <a16:creationId xmlns:a16="http://schemas.microsoft.com/office/drawing/2014/main" id="{07E80830-552E-8F9C-BD8E-5F35ED2B8C60}"/>
              </a:ext>
            </a:extLst>
          </p:cNvPr>
          <p:cNvPicPr>
            <a:picLocks noChangeAspect="1"/>
          </p:cNvPicPr>
          <p:nvPr userDrawn="1"/>
        </p:nvPicPr>
        <p:blipFill>
          <a:blip r:embed="rId2"/>
          <a:stretch>
            <a:fillRect/>
          </a:stretch>
        </p:blipFill>
        <p:spPr>
          <a:xfrm>
            <a:off x="7937500" y="3935445"/>
            <a:ext cx="965200" cy="965200"/>
          </a:xfrm>
          <a:prstGeom prst="rect">
            <a:avLst/>
          </a:prstGeom>
        </p:spPr>
      </p:pic>
      <p:sp>
        <p:nvSpPr>
          <p:cNvPr id="7" name="Neceptatio odis non cum que molum qui berum re ea adi dest asimus modit iumet optate vernam as qui officabores asi od quam ex el id qui des repe sinvelendion. Andebitiis quae corehent aut alicimus.">
            <a:extLst>
              <a:ext uri="{FF2B5EF4-FFF2-40B4-BE49-F238E27FC236}">
                <a16:creationId xmlns:a16="http://schemas.microsoft.com/office/drawing/2014/main" id="{2DBBBB28-154D-7A9D-62D2-50AF83AE98E4}"/>
              </a:ext>
            </a:extLst>
          </p:cNvPr>
          <p:cNvSpPr>
            <a:spLocks noGrp="1"/>
          </p:cNvSpPr>
          <p:nvPr>
            <p:ph type="body" sz="quarter" idx="23"/>
          </p:nvPr>
        </p:nvSpPr>
        <p:spPr>
          <a:xfrm>
            <a:off x="2793987" y="4888595"/>
            <a:ext cx="6980036" cy="1969405"/>
          </a:xfrm>
          <a:prstGeom prst="rect">
            <a:avLst/>
          </a:prstGeom>
          <a:solidFill>
            <a:srgbClr val="CCF2FF"/>
          </a:solidFill>
        </p:spPr>
        <p:txBody>
          <a:bodyPr lIns="317500" tIns="317500" rIns="317500" bIns="317500"/>
          <a:lstStyle>
            <a:lvl1pPr>
              <a:lnSpc>
                <a:spcPts val="2200"/>
              </a:lnSpc>
              <a:spcBef>
                <a:spcPts val="0"/>
              </a:spcBef>
              <a:defRPr sz="1900" b="1">
                <a:solidFill>
                  <a:schemeClr val="accent1"/>
                </a:solidFill>
              </a:defRPr>
            </a:lvl1pPr>
          </a:lstStyle>
          <a:p>
            <a:pPr lvl="0"/>
            <a:r>
              <a:rPr lang="en-US"/>
              <a:t>Click to edit Master text styles</a:t>
            </a:r>
          </a:p>
        </p:txBody>
      </p:sp>
      <p:sp>
        <p:nvSpPr>
          <p:cNvPr id="8" name="Rectangle 26">
            <a:extLst>
              <a:ext uri="{FF2B5EF4-FFF2-40B4-BE49-F238E27FC236}">
                <a16:creationId xmlns:a16="http://schemas.microsoft.com/office/drawing/2014/main" id="{DF3D7E2A-8027-802D-0766-6B4C04B5301B}"/>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Tree>
    <p:extLst>
      <p:ext uri="{BB962C8B-B14F-4D97-AF65-F5344CB8AC3E}">
        <p14:creationId xmlns:p14="http://schemas.microsoft.com/office/powerpoint/2010/main" val="123628653"/>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OC Slide 4">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900000"/>
          </a:xfrm>
        </p:spPr>
        <p:txBody>
          <a:bodyPr wrap="square"/>
          <a:lstStyle>
            <a:lvl1pPr>
              <a:defRPr>
                <a:solidFill>
                  <a:schemeClr val="tx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rgbClr val="FFFFFF"/>
                </a:solidFill>
              </a:defRPr>
            </a:lvl1pPr>
          </a:lstStyle>
          <a:p>
            <a:fld id="{86CB4B4D-7CA3-9044-876B-883B54F8677D}" type="slidenum">
              <a:rPr lang="en-MT" smtClean="0"/>
              <a:pPr/>
              <a:t>‹#›</a:t>
            </a:fld>
            <a:endParaRPr lang="en-MT"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ED994CA4-8C12-1BC4-530B-81E286114262}"/>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Content Placeholder 2">
            <a:extLst>
              <a:ext uri="{FF2B5EF4-FFF2-40B4-BE49-F238E27FC236}">
                <a16:creationId xmlns:a16="http://schemas.microsoft.com/office/drawing/2014/main" id="{20997FFF-692F-6404-8DA3-58191456200F}"/>
              </a:ext>
            </a:extLst>
          </p:cNvPr>
          <p:cNvSpPr>
            <a:spLocks noGrp="1"/>
          </p:cNvSpPr>
          <p:nvPr>
            <p:ph idx="17"/>
          </p:nvPr>
        </p:nvSpPr>
        <p:spPr>
          <a:xfrm>
            <a:off x="322999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a:extLst>
              <a:ext uri="{FF2B5EF4-FFF2-40B4-BE49-F238E27FC236}">
                <a16:creationId xmlns:a16="http://schemas.microsoft.com/office/drawing/2014/main" id="{C59FC702-BAC6-E8DF-D4F8-3361A572D24E}"/>
              </a:ext>
            </a:extLst>
          </p:cNvPr>
          <p:cNvSpPr>
            <a:spLocks noGrp="1"/>
          </p:cNvSpPr>
          <p:nvPr>
            <p:ph idx="18"/>
          </p:nvPr>
        </p:nvSpPr>
        <p:spPr>
          <a:xfrm>
            <a:off x="609998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08DE9C3F-0384-DD2E-485F-3DC0F9EC1329}"/>
              </a:ext>
            </a:extLst>
          </p:cNvPr>
          <p:cNvSpPr>
            <a:spLocks noGrp="1"/>
          </p:cNvSpPr>
          <p:nvPr>
            <p:ph idx="19"/>
          </p:nvPr>
        </p:nvSpPr>
        <p:spPr>
          <a:xfrm>
            <a:off x="896997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6" name="Picture 5">
            <a:extLst>
              <a:ext uri="{FF2B5EF4-FFF2-40B4-BE49-F238E27FC236}">
                <a16:creationId xmlns:a16="http://schemas.microsoft.com/office/drawing/2014/main" id="{0E1DBD97-FFD0-6E07-55C5-6C375BA24E4A}"/>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774336324"/>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TOC Slide 8">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900000"/>
          </a:xfrm>
        </p:spPr>
        <p:txBody>
          <a:bodyPr wrap="square"/>
          <a:lstStyle>
            <a:lvl1pPr>
              <a:defRPr>
                <a:solidFill>
                  <a:schemeClr val="tx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rgbClr val="FFFFFF"/>
                </a:solidFill>
              </a:defRPr>
            </a:lvl1pPr>
          </a:lstStyle>
          <a:p>
            <a:fld id="{86CB4B4D-7CA3-9044-876B-883B54F8677D}" type="slidenum">
              <a:rPr lang="en-MT" smtClean="0"/>
              <a:pPr/>
              <a:t>‹#›</a:t>
            </a:fld>
            <a:endParaRPr lang="en-MT"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ED994CA4-8C12-1BC4-530B-81E286114262}"/>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Content Placeholder 2">
            <a:extLst>
              <a:ext uri="{FF2B5EF4-FFF2-40B4-BE49-F238E27FC236}">
                <a16:creationId xmlns:a16="http://schemas.microsoft.com/office/drawing/2014/main" id="{20997FFF-692F-6404-8DA3-58191456200F}"/>
              </a:ext>
            </a:extLst>
          </p:cNvPr>
          <p:cNvSpPr>
            <a:spLocks noGrp="1"/>
          </p:cNvSpPr>
          <p:nvPr>
            <p:ph idx="17"/>
          </p:nvPr>
        </p:nvSpPr>
        <p:spPr>
          <a:xfrm>
            <a:off x="322999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a:extLst>
              <a:ext uri="{FF2B5EF4-FFF2-40B4-BE49-F238E27FC236}">
                <a16:creationId xmlns:a16="http://schemas.microsoft.com/office/drawing/2014/main" id="{C59FC702-BAC6-E8DF-D4F8-3361A572D24E}"/>
              </a:ext>
            </a:extLst>
          </p:cNvPr>
          <p:cNvSpPr>
            <a:spLocks noGrp="1"/>
          </p:cNvSpPr>
          <p:nvPr>
            <p:ph idx="18"/>
          </p:nvPr>
        </p:nvSpPr>
        <p:spPr>
          <a:xfrm>
            <a:off x="609998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08DE9C3F-0384-DD2E-485F-3DC0F9EC1329}"/>
              </a:ext>
            </a:extLst>
          </p:cNvPr>
          <p:cNvSpPr>
            <a:spLocks noGrp="1"/>
          </p:cNvSpPr>
          <p:nvPr>
            <p:ph idx="19"/>
          </p:nvPr>
        </p:nvSpPr>
        <p:spPr>
          <a:xfrm>
            <a:off x="896997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2">
            <a:extLst>
              <a:ext uri="{FF2B5EF4-FFF2-40B4-BE49-F238E27FC236}">
                <a16:creationId xmlns:a16="http://schemas.microsoft.com/office/drawing/2014/main" id="{1B950ADA-7928-E26A-6183-8714633E1E75}"/>
              </a:ext>
            </a:extLst>
          </p:cNvPr>
          <p:cNvSpPr>
            <a:spLocks noGrp="1"/>
          </p:cNvSpPr>
          <p:nvPr>
            <p:ph idx="20"/>
          </p:nvPr>
        </p:nvSpPr>
        <p:spPr>
          <a:xfrm>
            <a:off x="36000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2">
            <a:extLst>
              <a:ext uri="{FF2B5EF4-FFF2-40B4-BE49-F238E27FC236}">
                <a16:creationId xmlns:a16="http://schemas.microsoft.com/office/drawing/2014/main" id="{CD9CB34E-0B8C-A533-51C1-9D19605E4E7D}"/>
              </a:ext>
            </a:extLst>
          </p:cNvPr>
          <p:cNvSpPr>
            <a:spLocks noGrp="1"/>
          </p:cNvSpPr>
          <p:nvPr>
            <p:ph idx="21"/>
          </p:nvPr>
        </p:nvSpPr>
        <p:spPr>
          <a:xfrm>
            <a:off x="322999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a:extLst>
              <a:ext uri="{FF2B5EF4-FFF2-40B4-BE49-F238E27FC236}">
                <a16:creationId xmlns:a16="http://schemas.microsoft.com/office/drawing/2014/main" id="{2676F21C-4A76-DE8A-EC90-FD75447E2850}"/>
              </a:ext>
            </a:extLst>
          </p:cNvPr>
          <p:cNvSpPr>
            <a:spLocks noGrp="1"/>
          </p:cNvSpPr>
          <p:nvPr>
            <p:ph idx="22"/>
          </p:nvPr>
        </p:nvSpPr>
        <p:spPr>
          <a:xfrm>
            <a:off x="609998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09FDFA8-47EC-FE46-F57C-E4A671C58455}"/>
              </a:ext>
            </a:extLst>
          </p:cNvPr>
          <p:cNvSpPr>
            <a:spLocks noGrp="1"/>
          </p:cNvSpPr>
          <p:nvPr>
            <p:ph idx="23"/>
          </p:nvPr>
        </p:nvSpPr>
        <p:spPr>
          <a:xfrm>
            <a:off x="896997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B302B467-B6B5-158C-B057-8ABA2ACF21A3}"/>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021679824"/>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Agenda slide Table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540000"/>
          </a:xfrm>
        </p:spPr>
        <p:txBody>
          <a:bodyPr wrap="square"/>
          <a:lstStyle>
            <a:lvl1pPr>
              <a:defRPr>
                <a:solidFill>
                  <a:srgbClr val="FFFFFF"/>
                </a:solidFill>
              </a:defRPr>
            </a:lvl1pPr>
          </a:lstStyle>
          <a:p>
            <a:r>
              <a:rPr lang="en-GB" dirty="0"/>
              <a:t>Headline goes here. Maximum in 1 line.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4" name="Rectangle 26">
            <a:extLst>
              <a:ext uri="{FF2B5EF4-FFF2-40B4-BE49-F238E27FC236}">
                <a16:creationId xmlns:a16="http://schemas.microsoft.com/office/drawing/2014/main" id="{2AC7D1FC-51F7-5A4E-BEAF-A85845DA9B35}"/>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00814166-2330-94E9-AA20-4A478C6C452B}"/>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419826458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Agenda slide Table">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540000"/>
          </a:xfrm>
        </p:spPr>
        <p:txBody>
          <a:bodyPr wrap="square"/>
          <a:lstStyle>
            <a:lvl1pPr>
              <a:defRPr>
                <a:solidFill>
                  <a:srgbClr val="FFFFFF"/>
                </a:solidFill>
              </a:defRPr>
            </a:lvl1pPr>
          </a:lstStyle>
          <a:p>
            <a:r>
              <a:rPr lang="en-GB" dirty="0"/>
              <a:t>Headline goes here. Maximum in 1 line.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14" name="Rectangle 26">
            <a:extLst>
              <a:ext uri="{FF2B5EF4-FFF2-40B4-BE49-F238E27FC236}">
                <a16:creationId xmlns:a16="http://schemas.microsoft.com/office/drawing/2014/main" id="{6C324B2D-CF53-407A-3FF3-83821279B530}"/>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C6672750-5A7A-9BCA-6B6D-95C6E36756F0}"/>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11125330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697F3-602F-5FC9-7AE6-19FEE5C49AD4}"/>
              </a:ext>
            </a:extLst>
          </p:cNvPr>
          <p:cNvSpPr>
            <a:spLocks noGrp="1"/>
          </p:cNvSpPr>
          <p:nvPr>
            <p:ph type="title" hasCustomPrompt="1"/>
          </p:nvPr>
        </p:nvSpPr>
        <p:spPr/>
        <p:txBody>
          <a:body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5713789-AC9B-504D-EABC-88530694F04A}"/>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4" name="Body Level One…">
            <a:extLst>
              <a:ext uri="{FF2B5EF4-FFF2-40B4-BE49-F238E27FC236}">
                <a16:creationId xmlns:a16="http://schemas.microsoft.com/office/drawing/2014/main" id="{2F3F8381-DEB3-C667-F282-4085FCECE5D1}"/>
              </a:ext>
            </a:extLst>
          </p:cNvPr>
          <p:cNvSpPr txBox="1">
            <a:spLocks noGrp="1"/>
          </p:cNvSpPr>
          <p:nvPr>
            <p:ph type="body" sz="quarter" idx="1"/>
          </p:nvPr>
        </p:nvSpPr>
        <p:spPr>
          <a:xfrm>
            <a:off x="360000" y="2610760"/>
            <a:ext cx="3478685" cy="2108201"/>
          </a:xfrm>
          <a:prstGeom prst="rect">
            <a:avLst/>
          </a:prstGeom>
          <a:solidFill>
            <a:schemeClr val="accent2"/>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
        <p:nvSpPr>
          <p:cNvPr id="5" name="Body Level One…">
            <a:extLst>
              <a:ext uri="{FF2B5EF4-FFF2-40B4-BE49-F238E27FC236}">
                <a16:creationId xmlns:a16="http://schemas.microsoft.com/office/drawing/2014/main" id="{32CA9EDE-386C-CB9D-B16C-D07164D1B840}"/>
              </a:ext>
            </a:extLst>
          </p:cNvPr>
          <p:cNvSpPr txBox="1">
            <a:spLocks noGrp="1"/>
          </p:cNvSpPr>
          <p:nvPr>
            <p:ph type="body" sz="quarter" idx="23"/>
          </p:nvPr>
        </p:nvSpPr>
        <p:spPr>
          <a:xfrm>
            <a:off x="4308328" y="2610760"/>
            <a:ext cx="3478685" cy="2108201"/>
          </a:xfrm>
          <a:prstGeom prst="rect">
            <a:avLst/>
          </a:prstGeom>
          <a:solidFill>
            <a:schemeClr val="accent4"/>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
        <p:nvSpPr>
          <p:cNvPr id="6" name="Body Level One…">
            <a:extLst>
              <a:ext uri="{FF2B5EF4-FFF2-40B4-BE49-F238E27FC236}">
                <a16:creationId xmlns:a16="http://schemas.microsoft.com/office/drawing/2014/main" id="{9896A4C3-2F4F-489A-CE62-D7C218EF8B41}"/>
              </a:ext>
            </a:extLst>
          </p:cNvPr>
          <p:cNvSpPr txBox="1">
            <a:spLocks noGrp="1"/>
          </p:cNvSpPr>
          <p:nvPr>
            <p:ph type="body" sz="quarter" idx="24"/>
          </p:nvPr>
        </p:nvSpPr>
        <p:spPr>
          <a:xfrm>
            <a:off x="8256655" y="2610760"/>
            <a:ext cx="3478685" cy="2108201"/>
          </a:xfrm>
          <a:prstGeom prst="rect">
            <a:avLst/>
          </a:prstGeom>
          <a:solidFill>
            <a:schemeClr val="accent3"/>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Tree>
    <p:extLst>
      <p:ext uri="{BB962C8B-B14F-4D97-AF65-F5344CB8AC3E}">
        <p14:creationId xmlns:p14="http://schemas.microsoft.com/office/powerpoint/2010/main" val="2374603769"/>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lide with logo">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092A336-4C8E-CDC0-D2F1-550C41A2C9F4}"/>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2" name="Rectangle 1">
            <a:extLst>
              <a:ext uri="{FF2B5EF4-FFF2-40B4-BE49-F238E27FC236}">
                <a16:creationId xmlns:a16="http://schemas.microsoft.com/office/drawing/2014/main" id="{A8E6B9FA-EC1F-4A72-A5C4-3E216DB2B0D5}"/>
              </a:ext>
            </a:extLst>
          </p:cNvPr>
          <p:cNvSpPr/>
          <p:nvPr userDrawn="1"/>
        </p:nvSpPr>
        <p:spPr>
          <a:xfrm>
            <a:off x="10297948" y="1240221"/>
            <a:ext cx="1481958" cy="672662"/>
          </a:xfrm>
          <a:prstGeom prst="rect">
            <a:avLst/>
          </a:prstGeom>
          <a:solidFill>
            <a:schemeClr val="tx1"/>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457200" rtl="0" fontAlgn="auto" latinLnBrk="0" hangingPunct="0">
              <a:lnSpc>
                <a:spcPct val="100000"/>
              </a:lnSpc>
              <a:spcBef>
                <a:spcPts val="0"/>
              </a:spcBef>
              <a:spcAft>
                <a:spcPts val="0"/>
              </a:spcAft>
              <a:buClrTx/>
              <a:buSzTx/>
              <a:buFontTx/>
              <a:buNone/>
              <a:tabLst/>
            </a:pPr>
            <a:endParaRPr kumimoji="0" lang="en-RO" sz="2800" b="1" i="0" u="none" strike="noStrike" cap="none" spc="0" normalizeH="0" baseline="0">
              <a:ln>
                <a:noFill/>
              </a:ln>
              <a:solidFill>
                <a:schemeClr val="accent3">
                  <a:hueOff val="-3600000"/>
                  <a:lumOff val="3392"/>
                </a:schemeClr>
              </a:solidFill>
              <a:effectLst/>
              <a:uFillTx/>
              <a:latin typeface="Arial"/>
              <a:ea typeface="Arial"/>
              <a:cs typeface="Arial"/>
              <a:sym typeface="Arial"/>
            </a:endParaRPr>
          </a:p>
        </p:txBody>
      </p:sp>
      <p:pic>
        <p:nvPicPr>
          <p:cNvPr id="5" name="Picture 4">
            <a:extLst>
              <a:ext uri="{FF2B5EF4-FFF2-40B4-BE49-F238E27FC236}">
                <a16:creationId xmlns:a16="http://schemas.microsoft.com/office/drawing/2014/main" id="{9630A33A-77D6-60C0-F173-C49F7014F2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29023" y="362581"/>
            <a:ext cx="1150883" cy="430546"/>
          </a:xfrm>
          <a:prstGeom prst="rect">
            <a:avLst/>
          </a:prstGeom>
        </p:spPr>
      </p:pic>
    </p:spTree>
    <p:extLst>
      <p:ext uri="{BB962C8B-B14F-4D97-AF65-F5344CB8AC3E}">
        <p14:creationId xmlns:p14="http://schemas.microsoft.com/office/powerpoint/2010/main" val="1066485795"/>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34AEC-6485-F835-D479-069CD0AA5105}"/>
              </a:ext>
            </a:extLst>
          </p:cNvPr>
          <p:cNvSpPr>
            <a:spLocks noGrp="1"/>
          </p:cNvSpPr>
          <p:nvPr>
            <p:ph type="title"/>
          </p:nvPr>
        </p:nvSpPr>
        <p:spPr>
          <a:xfrm>
            <a:off x="635128" y="4640687"/>
            <a:ext cx="9000000" cy="457295"/>
          </a:xfrm>
        </p:spPr>
        <p:txBody>
          <a:bodyPr/>
          <a:lstStyle>
            <a:lvl1pPr>
              <a:defRPr sz="1600" spc="0"/>
            </a:lvl1pPr>
          </a:lstStyle>
          <a:p>
            <a:r>
              <a:rPr lang="en-US"/>
              <a:t>Click to edit Master title style</a:t>
            </a:r>
            <a:endParaRPr lang="en-MT"/>
          </a:p>
        </p:txBody>
      </p:sp>
      <p:pic>
        <p:nvPicPr>
          <p:cNvPr id="4" name="Picture 3">
            <a:extLst>
              <a:ext uri="{FF2B5EF4-FFF2-40B4-BE49-F238E27FC236}">
                <a16:creationId xmlns:a16="http://schemas.microsoft.com/office/drawing/2014/main" id="{5B665E8E-3E30-D595-AF95-EFC31A1945DF}"/>
              </a:ext>
            </a:extLst>
          </p:cNvPr>
          <p:cNvPicPr>
            <a:picLocks noChangeAspect="1"/>
          </p:cNvPicPr>
          <p:nvPr userDrawn="1"/>
        </p:nvPicPr>
        <p:blipFill>
          <a:blip r:embed="rId2"/>
          <a:stretch>
            <a:fillRect/>
          </a:stretch>
        </p:blipFill>
        <p:spPr>
          <a:xfrm>
            <a:off x="10897966" y="362286"/>
            <a:ext cx="833598" cy="416799"/>
          </a:xfrm>
          <a:prstGeom prst="rect">
            <a:avLst/>
          </a:prstGeom>
        </p:spPr>
      </p:pic>
      <p:sp>
        <p:nvSpPr>
          <p:cNvPr id="5" name="Rectangle">
            <a:extLst>
              <a:ext uri="{FF2B5EF4-FFF2-40B4-BE49-F238E27FC236}">
                <a16:creationId xmlns:a16="http://schemas.microsoft.com/office/drawing/2014/main" id="{800A7C2D-E409-DB93-9ECC-C71CF456B705}"/>
              </a:ext>
            </a:extLst>
          </p:cNvPr>
          <p:cNvSpPr/>
          <p:nvPr userDrawn="1"/>
        </p:nvSpPr>
        <p:spPr>
          <a:xfrm>
            <a:off x="165529" y="190499"/>
            <a:ext cx="11848241" cy="6477001"/>
          </a:xfrm>
          <a:prstGeom prst="rect">
            <a:avLst/>
          </a:prstGeom>
          <a:ln>
            <a:solidFill>
              <a:schemeClr val="accent1"/>
            </a:solidFill>
            <a:miter lim="400000"/>
          </a:ln>
        </p:spPr>
        <p:txBody>
          <a:bodyPr tIns="91439" bIns="91439" anchor="ctr"/>
          <a:lstStyle/>
          <a:p>
            <a:pPr algn="ctr">
              <a:lnSpc>
                <a:spcPct val="100000"/>
              </a:lnSpc>
              <a:defRPr sz="2800">
                <a:solidFill>
                  <a:schemeClr val="accent3"/>
                </a:solidFill>
              </a:defRPr>
            </a:pPr>
            <a:endParaRPr/>
          </a:p>
        </p:txBody>
      </p:sp>
      <p:pic>
        <p:nvPicPr>
          <p:cNvPr id="7" name="Image" descr="Image">
            <a:extLst>
              <a:ext uri="{FF2B5EF4-FFF2-40B4-BE49-F238E27FC236}">
                <a16:creationId xmlns:a16="http://schemas.microsoft.com/office/drawing/2014/main" id="{516A5D33-AFC3-5923-9D1B-22CBC54AEB2E}"/>
              </a:ext>
            </a:extLst>
          </p:cNvPr>
          <p:cNvPicPr>
            <a:picLocks noChangeAspect="1"/>
          </p:cNvPicPr>
          <p:nvPr userDrawn="1"/>
        </p:nvPicPr>
        <p:blipFill>
          <a:blip r:embed="rId3"/>
          <a:stretch>
            <a:fillRect/>
          </a:stretch>
        </p:blipFill>
        <p:spPr>
          <a:xfrm>
            <a:off x="600348" y="393566"/>
            <a:ext cx="6557643" cy="3556001"/>
          </a:xfrm>
          <a:prstGeom prst="rect">
            <a:avLst/>
          </a:prstGeom>
          <a:ln w="12700">
            <a:miter lim="400000"/>
          </a:ln>
        </p:spPr>
      </p:pic>
      <p:pic>
        <p:nvPicPr>
          <p:cNvPr id="3" name="Picture 2">
            <a:extLst>
              <a:ext uri="{FF2B5EF4-FFF2-40B4-BE49-F238E27FC236}">
                <a16:creationId xmlns:a16="http://schemas.microsoft.com/office/drawing/2014/main" id="{84146912-204B-D1C5-40BF-E06BAA80BC1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29023" y="362581"/>
            <a:ext cx="1150883" cy="430546"/>
          </a:xfrm>
          <a:prstGeom prst="rect">
            <a:avLst/>
          </a:prstGeom>
        </p:spPr>
      </p:pic>
    </p:spTree>
    <p:extLst>
      <p:ext uri="{BB962C8B-B14F-4D97-AF65-F5344CB8AC3E}">
        <p14:creationId xmlns:p14="http://schemas.microsoft.com/office/powerpoint/2010/main" val="2827449616"/>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Slide with logo Dark">
    <p:bg>
      <p:bgPr>
        <a:solidFill>
          <a:schemeClr val="accent2"/>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5" name="Rectangle 26">
            <a:extLst>
              <a:ext uri="{FF2B5EF4-FFF2-40B4-BE49-F238E27FC236}">
                <a16:creationId xmlns:a16="http://schemas.microsoft.com/office/drawing/2014/main" id="{1AF881B0-6E18-8D27-53FB-8E78FA3095F7}"/>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2" name="Picture 1">
            <a:extLst>
              <a:ext uri="{FF2B5EF4-FFF2-40B4-BE49-F238E27FC236}">
                <a16:creationId xmlns:a16="http://schemas.microsoft.com/office/drawing/2014/main" id="{D7A025FE-20D6-D7C7-557F-A1F8FF5FF91A}"/>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83131210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Slide with logo Teal">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2" name="Rectangle 26">
            <a:extLst>
              <a:ext uri="{FF2B5EF4-FFF2-40B4-BE49-F238E27FC236}">
                <a16:creationId xmlns:a16="http://schemas.microsoft.com/office/drawing/2014/main" id="{77F7703D-4F57-B386-7552-96B1C62710F8}"/>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332010D8-9280-4F8A-C077-86BF6086D51C}"/>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137127095"/>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hank You Slide">
    <p:bg>
      <p:bgPr>
        <a:solidFill>
          <a:schemeClr val="accent1"/>
        </a:solidFill>
        <a:effectLst/>
      </p:bgPr>
    </p:bg>
    <p:spTree>
      <p:nvGrpSpPr>
        <p:cNvPr id="1" name=""/>
        <p:cNvGrpSpPr/>
        <p:nvPr/>
      </p:nvGrpSpPr>
      <p:grpSpPr>
        <a:xfrm>
          <a:off x="0" y="0"/>
          <a:ext cx="0" cy="0"/>
          <a:chOff x="0" y="0"/>
          <a:chExt cx="0" cy="0"/>
        </a:xfrm>
      </p:grpSpPr>
      <p:sp>
        <p:nvSpPr>
          <p:cNvPr id="1304"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pic>
        <p:nvPicPr>
          <p:cNvPr id="1305" name="Image" descr="Image"/>
          <p:cNvPicPr>
            <a:picLocks noChangeAspect="1"/>
          </p:cNvPicPr>
          <p:nvPr/>
        </p:nvPicPr>
        <p:blipFill>
          <a:blip r:embed="rId2"/>
          <a:stretch>
            <a:fillRect/>
          </a:stretch>
        </p:blipFill>
        <p:spPr>
          <a:xfrm>
            <a:off x="600348" y="393566"/>
            <a:ext cx="6557644" cy="3556001"/>
          </a:xfrm>
          <a:prstGeom prst="rect">
            <a:avLst/>
          </a:prstGeom>
          <a:ln w="12700">
            <a:miter lim="400000"/>
          </a:ln>
        </p:spPr>
      </p:pic>
      <p:sp>
        <p:nvSpPr>
          <p:cNvPr id="2" name="Text Placeholder 3">
            <a:extLst>
              <a:ext uri="{FF2B5EF4-FFF2-40B4-BE49-F238E27FC236}">
                <a16:creationId xmlns:a16="http://schemas.microsoft.com/office/drawing/2014/main" id="{99CF3841-8ED6-6708-57A4-9817037CEB78}"/>
              </a:ext>
            </a:extLst>
          </p:cNvPr>
          <p:cNvSpPr>
            <a:spLocks noGrp="1"/>
          </p:cNvSpPr>
          <p:nvPr>
            <p:ph type="body" sz="quarter" idx="21"/>
          </p:nvPr>
        </p:nvSpPr>
        <p:spPr>
          <a:xfrm>
            <a:off x="617538"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3" name="Text Placeholder 3">
            <a:extLst>
              <a:ext uri="{FF2B5EF4-FFF2-40B4-BE49-F238E27FC236}">
                <a16:creationId xmlns:a16="http://schemas.microsoft.com/office/drawing/2014/main" id="{07F3690B-C83C-2263-51B8-2AD430316DB8}"/>
              </a:ext>
            </a:extLst>
          </p:cNvPr>
          <p:cNvSpPr>
            <a:spLocks noGrp="1"/>
          </p:cNvSpPr>
          <p:nvPr>
            <p:ph type="body" sz="quarter" idx="22"/>
          </p:nvPr>
        </p:nvSpPr>
        <p:spPr>
          <a:xfrm>
            <a:off x="3473690"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4" name="Text Placeholder 3">
            <a:extLst>
              <a:ext uri="{FF2B5EF4-FFF2-40B4-BE49-F238E27FC236}">
                <a16:creationId xmlns:a16="http://schemas.microsoft.com/office/drawing/2014/main" id="{A283DC22-9630-B38E-C904-813DD4F866A9}"/>
              </a:ext>
            </a:extLst>
          </p:cNvPr>
          <p:cNvSpPr>
            <a:spLocks noGrp="1"/>
          </p:cNvSpPr>
          <p:nvPr>
            <p:ph type="body" sz="quarter" idx="23"/>
          </p:nvPr>
        </p:nvSpPr>
        <p:spPr>
          <a:xfrm>
            <a:off x="6329842"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5" name="Text Placeholder 3">
            <a:extLst>
              <a:ext uri="{FF2B5EF4-FFF2-40B4-BE49-F238E27FC236}">
                <a16:creationId xmlns:a16="http://schemas.microsoft.com/office/drawing/2014/main" id="{3E5848EA-712E-9B18-ECD8-B6B00CEC65F5}"/>
              </a:ext>
            </a:extLst>
          </p:cNvPr>
          <p:cNvSpPr>
            <a:spLocks noGrp="1"/>
          </p:cNvSpPr>
          <p:nvPr>
            <p:ph type="body" sz="quarter" idx="24"/>
          </p:nvPr>
        </p:nvSpPr>
        <p:spPr>
          <a:xfrm>
            <a:off x="9185994"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6" name="Text Placeholder 3">
            <a:extLst>
              <a:ext uri="{FF2B5EF4-FFF2-40B4-BE49-F238E27FC236}">
                <a16:creationId xmlns:a16="http://schemas.microsoft.com/office/drawing/2014/main" id="{239248B7-4F45-3A2F-F77A-254137B02A5D}"/>
              </a:ext>
            </a:extLst>
          </p:cNvPr>
          <p:cNvSpPr>
            <a:spLocks noGrp="1"/>
          </p:cNvSpPr>
          <p:nvPr>
            <p:ph type="body" sz="quarter" idx="25"/>
          </p:nvPr>
        </p:nvSpPr>
        <p:spPr>
          <a:xfrm>
            <a:off x="617538"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7" name="Text Placeholder 3">
            <a:extLst>
              <a:ext uri="{FF2B5EF4-FFF2-40B4-BE49-F238E27FC236}">
                <a16:creationId xmlns:a16="http://schemas.microsoft.com/office/drawing/2014/main" id="{25580FAC-13AA-9847-E7FB-CA6185B21438}"/>
              </a:ext>
            </a:extLst>
          </p:cNvPr>
          <p:cNvSpPr>
            <a:spLocks noGrp="1"/>
          </p:cNvSpPr>
          <p:nvPr>
            <p:ph type="body" sz="quarter" idx="26"/>
          </p:nvPr>
        </p:nvSpPr>
        <p:spPr>
          <a:xfrm>
            <a:off x="3473690"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8" name="Text Placeholder 3">
            <a:extLst>
              <a:ext uri="{FF2B5EF4-FFF2-40B4-BE49-F238E27FC236}">
                <a16:creationId xmlns:a16="http://schemas.microsoft.com/office/drawing/2014/main" id="{87064713-9468-3192-25BA-F4153E3A3D1C}"/>
              </a:ext>
            </a:extLst>
          </p:cNvPr>
          <p:cNvSpPr>
            <a:spLocks noGrp="1"/>
          </p:cNvSpPr>
          <p:nvPr>
            <p:ph type="body" sz="quarter" idx="27"/>
          </p:nvPr>
        </p:nvSpPr>
        <p:spPr>
          <a:xfrm>
            <a:off x="6329842"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9" name="Text Placeholder 3">
            <a:extLst>
              <a:ext uri="{FF2B5EF4-FFF2-40B4-BE49-F238E27FC236}">
                <a16:creationId xmlns:a16="http://schemas.microsoft.com/office/drawing/2014/main" id="{B975AAF6-3101-6B0C-FD52-BB661302BFB7}"/>
              </a:ext>
            </a:extLst>
          </p:cNvPr>
          <p:cNvSpPr>
            <a:spLocks noGrp="1"/>
          </p:cNvSpPr>
          <p:nvPr>
            <p:ph type="body" sz="quarter" idx="28"/>
          </p:nvPr>
        </p:nvSpPr>
        <p:spPr>
          <a:xfrm>
            <a:off x="9185994"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pic>
        <p:nvPicPr>
          <p:cNvPr id="10" name="Picture 9">
            <a:extLst>
              <a:ext uri="{FF2B5EF4-FFF2-40B4-BE49-F238E27FC236}">
                <a16:creationId xmlns:a16="http://schemas.microsoft.com/office/drawing/2014/main" id="{0DA257E9-E1E4-4676-33F4-21575F0D4664}"/>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205080106"/>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Slide Number"/>
          <p:cNvSpPr txBox="1">
            <a:spLocks noGrp="1"/>
          </p:cNvSpPr>
          <p:nvPr>
            <p:ph type="sldNum" sz="quarter" idx="2"/>
          </p:nvPr>
        </p:nvSpPr>
        <p:spPr>
          <a:xfrm>
            <a:off x="11574470" y="6480000"/>
            <a:ext cx="157094" cy="153888"/>
          </a:xfrm>
          <a:prstGeom prst="rect">
            <a:avLst/>
          </a:prstGeom>
          <a:ln w="12700">
            <a:miter lim="400000"/>
          </a:ln>
        </p:spPr>
        <p:txBody>
          <a:bodyPr wrap="none" lIns="0" tIns="0" rIns="0" bIns="0">
            <a:spAutoFit/>
          </a:bodyPr>
          <a:lstStyle>
            <a:lvl1pPr algn="r">
              <a:lnSpc>
                <a:spcPct val="100000"/>
              </a:lnSpc>
              <a:defRPr sz="1000" b="0">
                <a:solidFill>
                  <a:schemeClr val="bg1"/>
                </a:solidFill>
              </a:defRPr>
            </a:lvl1pPr>
          </a:lstStyle>
          <a:p>
            <a:fld id="{86CB4B4D-7CA3-9044-876B-883B54F8677D}" type="slidenum">
              <a:rPr lang="en-MT" smtClean="0"/>
              <a:pPr/>
              <a:t>‹#›</a:t>
            </a:fld>
            <a:endParaRPr lang="en-MT" dirty="0"/>
          </a:p>
        </p:txBody>
      </p:sp>
      <p:sp>
        <p:nvSpPr>
          <p:cNvPr id="4" name="Rectangle 26"/>
          <p:cNvSpPr/>
          <p:nvPr/>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Title Text">
            <a:extLst>
              <a:ext uri="{FF2B5EF4-FFF2-40B4-BE49-F238E27FC236}">
                <a16:creationId xmlns:a16="http://schemas.microsoft.com/office/drawing/2014/main" id="{0FA158A4-54D2-FE6D-8D99-B11D40E0AF64}"/>
              </a:ext>
            </a:extLst>
          </p:cNvPr>
          <p:cNvSpPr txBox="1">
            <a:spLocks noGrp="1"/>
          </p:cNvSpPr>
          <p:nvPr>
            <p:ph type="title"/>
          </p:nvPr>
        </p:nvSpPr>
        <p:spPr>
          <a:xfrm>
            <a:off x="359999" y="360000"/>
            <a:ext cx="9000000" cy="9000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nchor="t"/>
          <a:lstStyle/>
          <a:p>
            <a:r>
              <a:rPr dirty="0"/>
              <a:t>Title Text</a:t>
            </a:r>
          </a:p>
        </p:txBody>
      </p:sp>
      <p:pic>
        <p:nvPicPr>
          <p:cNvPr id="5" name="Picture 4">
            <a:extLst>
              <a:ext uri="{FF2B5EF4-FFF2-40B4-BE49-F238E27FC236}">
                <a16:creationId xmlns:a16="http://schemas.microsoft.com/office/drawing/2014/main" id="{C870ADC5-57FC-F55D-0F83-C584981192E6}"/>
              </a:ext>
            </a:extLst>
          </p:cNvPr>
          <p:cNvPicPr>
            <a:picLocks noChangeAspect="1"/>
          </p:cNvPicPr>
          <p:nvPr userDrawn="1"/>
        </p:nvPicPr>
        <p:blipFill>
          <a:blip r:embed="rId24"/>
          <a:stretch>
            <a:fillRect/>
          </a:stretch>
        </p:blipFill>
        <p:spPr>
          <a:xfrm>
            <a:off x="10897966" y="362286"/>
            <a:ext cx="833598" cy="416799"/>
          </a:xfrm>
          <a:prstGeom prst="rect">
            <a:avLst/>
          </a:prstGeom>
        </p:spPr>
      </p:pic>
    </p:spTree>
  </p:cSld>
  <p:clrMap bg1="dk1" tx1="lt1" bg2="dk2" tx2="lt2" accent1="accent1" accent2="accent2" accent3="accent3" accent4="accent4" accent5="accent5" accent6="accent6" hlink="hlink" folHlink="folHlink"/>
  <p:sldLayoutIdLst>
    <p:sldLayoutId id="2147483716" r:id="rId1"/>
    <p:sldLayoutId id="2147483715" r:id="rId2"/>
    <p:sldLayoutId id="2147483724" r:id="rId3"/>
    <p:sldLayoutId id="2147483727" r:id="rId4"/>
    <p:sldLayoutId id="2147483736" r:id="rId5"/>
    <p:sldLayoutId id="2147483725" r:id="rId6"/>
    <p:sldLayoutId id="2147483734" r:id="rId7"/>
    <p:sldLayoutId id="2147483738" r:id="rId8"/>
    <p:sldLayoutId id="2147483726" r:id="rId9"/>
    <p:sldLayoutId id="2147483717" r:id="rId10"/>
    <p:sldLayoutId id="2147483718" r:id="rId11"/>
    <p:sldLayoutId id="2147483728" r:id="rId12"/>
    <p:sldLayoutId id="2147483732" r:id="rId13"/>
    <p:sldLayoutId id="2147483739" r:id="rId14"/>
    <p:sldLayoutId id="2147483741" r:id="rId15"/>
    <p:sldLayoutId id="2147483731" r:id="rId16"/>
    <p:sldLayoutId id="2147483730" r:id="rId17"/>
    <p:sldLayoutId id="2147483729" r:id="rId18"/>
    <p:sldLayoutId id="2147483742" r:id="rId19"/>
    <p:sldLayoutId id="2147483735" r:id="rId20"/>
    <p:sldLayoutId id="2147483740" r:id="rId21"/>
    <p:sldLayoutId id="2147483720" r:id="rId22"/>
  </p:sldLayoutIdLst>
  <p:transition spd="med"/>
  <p:hf hdr="0" ftr="0" dt="0"/>
  <p:txStyles>
    <p:title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p:titleStyle>
    <p:bodyStyle>
      <a:lvl1pPr marL="0" marR="0" indent="0" algn="l" defTabSz="457200" rtl="0" eaLnBrk="1" latinLnBrk="0" hangingPunct="1">
        <a:lnSpc>
          <a:spcPct val="100000"/>
        </a:lnSpc>
        <a:spcBef>
          <a:spcPts val="500"/>
        </a:spcBef>
        <a:spcAft>
          <a:spcPts val="0"/>
        </a:spcAft>
        <a:buClrTx/>
        <a:buSzTx/>
        <a:buFontTx/>
        <a:buNone/>
        <a:tabLst/>
        <a:defRPr sz="1800" b="0" i="0" u="none" strike="noStrike" cap="none" spc="0" baseline="0">
          <a:solidFill>
            <a:schemeClr val="accent4">
              <a:hueOff val="-839560"/>
              <a:satOff val="19935"/>
              <a:lumOff val="-15534"/>
            </a:schemeClr>
          </a:solidFill>
          <a:uFillTx/>
          <a:latin typeface="Arial"/>
          <a:ea typeface="Arial"/>
          <a:cs typeface="Arial"/>
          <a:sym typeface="Arial"/>
        </a:defRPr>
      </a:lvl1pPr>
      <a:lvl2pPr marL="104775" marR="0" indent="-104775"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2pPr>
      <a:lvl3pPr marL="273684" marR="0" indent="-99059"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3pPr>
      <a:lvl4pPr marL="443547" marR="0" indent="-103822"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4pPr>
      <a:lvl5pPr marL="617537" marR="0" indent="-104775"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5pPr>
      <a:lvl6pPr marL="2423160" marR="0" indent="-137160"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6pPr>
      <a:lvl7pPr marL="2880360" marR="0" indent="-137160"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7pPr>
      <a:lvl8pPr marL="3337559" marR="0" indent="-137159"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8pPr>
      <a:lvl9pPr marL="3794759" marR="0" indent="-137159"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9pPr>
    </p:bodyStyle>
    <p:otherStyle>
      <a:lvl1pPr marL="0" marR="0" indent="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1pPr>
      <a:lvl2pPr marL="0" marR="0" indent="4572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2pPr>
      <a:lvl3pPr marL="0" marR="0" indent="9144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3pPr>
      <a:lvl4pPr marL="0" marR="0" indent="13716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4pPr>
      <a:lvl5pPr marL="0" marR="0" indent="18288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5pPr>
      <a:lvl6pPr marL="0" marR="0" indent="22860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6pPr>
      <a:lvl7pPr marL="0" marR="0" indent="27432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7pPr>
      <a:lvl8pPr marL="0" marR="0" indent="32004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8pPr>
      <a:lvl9pPr marL="0" marR="0" indent="36576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59B082B-315C-DD8D-A168-52A194A97853}"/>
              </a:ext>
            </a:extLst>
          </p:cNvPr>
          <p:cNvSpPr>
            <a:spLocks noGrp="1"/>
          </p:cNvSpPr>
          <p:nvPr>
            <p:ph type="body" sz="quarter" idx="22"/>
          </p:nvPr>
        </p:nvSpPr>
        <p:spPr>
          <a:xfrm>
            <a:off x="640800" y="4118205"/>
            <a:ext cx="8280000" cy="451754"/>
          </a:xfrm>
        </p:spPr>
        <p:txBody>
          <a:bodyPr/>
          <a:lstStyle/>
          <a:p>
            <a:r>
              <a:t>UiPath AgentHack 2026  •  Track 3 (Test Cloud)</a:t>
            </a:r>
          </a:p>
        </p:txBody>
      </p:sp>
      <p:sp>
        <p:nvSpPr>
          <p:cNvPr id="3" name="Title 2">
            <a:extLst>
              <a:ext uri="{FF2B5EF4-FFF2-40B4-BE49-F238E27FC236}">
                <a16:creationId xmlns:a16="http://schemas.microsoft.com/office/drawing/2014/main" id="{FBDEDE4E-6ACF-3A2E-D9B3-191EFDDD253B}"/>
              </a:ext>
            </a:extLst>
          </p:cNvPr>
          <p:cNvSpPr>
            <a:spLocks noGrp="1"/>
          </p:cNvSpPr>
          <p:nvPr>
            <p:ph type="title"/>
          </p:nvPr>
        </p:nvSpPr>
        <p:spPr>
          <a:xfrm>
            <a:off x="640800" y="3080317"/>
            <a:ext cx="8280000" cy="1037888"/>
          </a:xfrm>
        </p:spPr>
        <p:txBody>
          <a:bodyPr/>
          <a:lstStyle/>
          <a:p>
            <a:r>
              <a:t>Gauntlet</a:t>
            </a:r>
          </a:p>
          <a:p>
            <a:r>
              <a:t>Adversarial Test Cloud.</a:t>
            </a:r>
          </a:p>
        </p:txBody>
      </p:sp>
    </p:spTree>
    <p:extLst>
      <p:ext uri="{BB962C8B-B14F-4D97-AF65-F5344CB8AC3E}">
        <p14:creationId xmlns:p14="http://schemas.microsoft.com/office/powerpoint/2010/main" val="74999113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AFA35-F81D-0626-83EB-70B088D9B9DF}"/>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E66991E2-8AE2-DD26-A9A4-214B73B61F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6255" y="1925979"/>
            <a:ext cx="2223500" cy="2228624"/>
          </a:xfrm>
          <a:prstGeom prst="rect">
            <a:avLst/>
          </a:prstGeom>
          <a:noFill/>
          <a:extLst>
            <a:ext uri="{909E8E84-426E-40DD-AFC4-6F175D3DCCD1}">
              <a14:hiddenFill xmlns:a14="http://schemas.microsoft.com/office/drawing/2010/main">
                <a:solidFill>
                  <a:srgbClr val="FFFFFF"/>
                </a:solidFill>
              </a14:hiddenFill>
            </a:ext>
          </a:extLst>
        </p:spPr>
      </p:pic>
      <p:sp>
        <p:nvSpPr>
          <p:cNvPr id="3" name="Text Placeholder 6">
            <a:extLst>
              <a:ext uri="{FF2B5EF4-FFF2-40B4-BE49-F238E27FC236}">
                <a16:creationId xmlns:a16="http://schemas.microsoft.com/office/drawing/2014/main" id="{023A3B3B-70DA-4806-B848-C55E152C6CBF}"/>
              </a:ext>
            </a:extLst>
          </p:cNvPr>
          <p:cNvSpPr>
            <a:spLocks noGrp="1"/>
          </p:cNvSpPr>
          <p:nvPr/>
        </p:nvSpPr>
        <p:spPr>
          <a:xfrm>
            <a:off x="308294" y="4436925"/>
            <a:ext cx="2710314" cy="489737"/>
          </a:xfrm>
          <a:prstGeom prst="rect">
            <a:avLst/>
          </a:prstGeom>
        </p:spPr>
        <p:txBody>
          <a:bodyPr vert="horz" lIns="0" tIns="0" rIns="0" bIns="0" rtlCol="0" anchor="b" anchorCtr="1">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sz="2200" b="1">
                <a:solidFill>
                  <a:srgbClr val="172125"/>
                </a:solidFill>
              </a:rPr>
              <a:t>Tim Dries</a:t>
            </a:r>
          </a:p>
        </p:txBody>
      </p:sp>
      <p:sp>
        <p:nvSpPr>
          <p:cNvPr id="4" name="Text Placeholder 11">
            <a:extLst>
              <a:ext uri="{FF2B5EF4-FFF2-40B4-BE49-F238E27FC236}">
                <a16:creationId xmlns:a16="http://schemas.microsoft.com/office/drawing/2014/main" id="{C50F4400-3C94-4D3A-92CC-2C64D553524A}"/>
              </a:ext>
            </a:extLst>
          </p:cNvPr>
          <p:cNvSpPr>
            <a:spLocks noGrp="1"/>
          </p:cNvSpPr>
          <p:nvPr/>
        </p:nvSpPr>
        <p:spPr>
          <a:xfrm>
            <a:off x="342659" y="5063729"/>
            <a:ext cx="2710691" cy="1141008"/>
          </a:xfrm>
          <a:prstGeom prst="rect">
            <a:avLst/>
          </a:prstGeom>
        </p:spPr>
        <p:txBody>
          <a:bodyPr vert="horz" lIns="0" tIns="0" rIns="0" bIns="0" rtlCol="0" anchor="t" anchorCtr="1">
            <a:noAutofit/>
          </a:bodyPr>
          <a:lstStyle>
            <a:lvl1pPr marL="0" indent="0" algn="l" defTabSz="457200" rtl="0" eaLnBrk="1" latinLnBrk="0" hangingPunct="1">
              <a:spcBef>
                <a:spcPts val="1000"/>
              </a:spcBef>
              <a:buFont typeface="Arial"/>
              <a:buNone/>
              <a:defRPr sz="16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16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sz="1400">
                <a:solidFill>
                  <a:srgbClr val="172125"/>
                </a:solidFill>
              </a:rPr>
              <a:t>Solution Architect @ Biztory</a:t>
            </a:r>
          </a:p>
          <a:p>
            <a:r>
              <a:rPr sz="1400">
                <a:solidFill>
                  <a:srgbClr val="172125"/>
                </a:solidFill>
              </a:rPr>
              <a:t>tim.dries@biztory.be</a:t>
            </a:r>
          </a:p>
        </p:txBody>
      </p:sp>
      <p:sp>
        <p:nvSpPr>
          <p:cNvPr id="14" name="Title 1">
            <a:extLst>
              <a:ext uri="{FF2B5EF4-FFF2-40B4-BE49-F238E27FC236}">
                <a16:creationId xmlns:a16="http://schemas.microsoft.com/office/drawing/2014/main" id="{426A5EB7-4B7D-852B-B90D-74E6498EA545}"/>
              </a:ext>
            </a:extLst>
          </p:cNvPr>
          <p:cNvSpPr txBox="1">
            <a:spLocks/>
          </p:cNvSpPr>
          <p:nvPr/>
        </p:nvSpPr>
        <p:spPr>
          <a:xfrm>
            <a:off x="359999" y="360000"/>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t>Biztory  •  Gauntlet</a:t>
            </a:r>
          </a:p>
        </p:txBody>
      </p:sp>
    </p:spTree>
    <p:extLst>
      <p:ext uri="{BB962C8B-B14F-4D97-AF65-F5344CB8AC3E}">
        <p14:creationId xmlns:p14="http://schemas.microsoft.com/office/powerpoint/2010/main" val="2231807245"/>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3D97-861B-8216-1596-A30DB1E0C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A60B8-E509-98E7-2FEE-CE8BB6CF2A9D}"/>
              </a:ext>
            </a:extLst>
          </p:cNvPr>
          <p:cNvSpPr>
            <a:spLocks noGrp="1"/>
          </p:cNvSpPr>
          <p:nvPr>
            <p:ph type="title"/>
          </p:nvPr>
        </p:nvSpPr>
        <p:spPr/>
        <p:txBody>
          <a:bodyPr/>
          <a:lstStyle/>
          <a:p>
            <a:r>
              <a:t>The gap between Agent Evaluations and real adversaries</a:t>
            </a:r>
          </a:p>
        </p:txBody>
      </p:sp>
      <p:sp>
        <p:nvSpPr>
          <p:cNvPr id="10" name="Slide Number Placeholder 9">
            <a:extLst>
              <a:ext uri="{FF2B5EF4-FFF2-40B4-BE49-F238E27FC236}">
                <a16:creationId xmlns:a16="http://schemas.microsoft.com/office/drawing/2014/main" id="{612CFE9D-67C2-DBC8-C1B9-92F9C34115AD}"/>
              </a:ext>
            </a:extLst>
          </p:cNvPr>
          <p:cNvSpPr>
            <a:spLocks noGrp="1"/>
          </p:cNvSpPr>
          <p:nvPr>
            <p:ph type="sldNum" sz="quarter" idx="10"/>
          </p:nvPr>
        </p:nvSpPr>
        <p:spPr/>
        <p:txBody>
          <a:bodyPr/>
          <a:lstStyle/>
          <a:p>
            <a:fld id="{86CB4B4D-7CA3-9044-876B-883B54F8677D}" type="slidenum">
              <a:rPr lang="en-MT" smtClean="0"/>
              <a:t>3</a:t>
            </a:fld>
            <a:endParaRPr lang="en-MT"/>
          </a:p>
        </p:txBody>
      </p:sp>
      <p:sp>
        <p:nvSpPr>
          <p:cNvPr id="3" name="Text Placeholder 2">
            <a:extLst>
              <a:ext uri="{FF2B5EF4-FFF2-40B4-BE49-F238E27FC236}">
                <a16:creationId xmlns:a16="http://schemas.microsoft.com/office/drawing/2014/main" id="{ACA789EF-7679-BC5C-55B2-79105E026D27}"/>
              </a:ext>
            </a:extLst>
          </p:cNvPr>
          <p:cNvSpPr>
            <a:spLocks noGrp="1"/>
          </p:cNvSpPr>
          <p:nvPr>
            <p:ph type="body" sz="quarter" idx="15"/>
          </p:nvPr>
        </p:nvSpPr>
        <p:spPr/>
        <p:txBody>
          <a:bodyPr/>
          <a:lstStyle/>
          <a:p>
            <a:r>
              <a:rPr lang="en-GB" dirty="0"/>
              <a:t>Problem</a:t>
            </a:r>
          </a:p>
        </p:txBody>
      </p:sp>
      <p:sp>
        <p:nvSpPr>
          <p:cNvPr id="4" name="Content Placeholder 3">
            <a:extLst>
              <a:ext uri="{FF2B5EF4-FFF2-40B4-BE49-F238E27FC236}">
                <a16:creationId xmlns:a16="http://schemas.microsoft.com/office/drawing/2014/main" id="{6DEF4AF2-F532-7980-A51E-EB633C18E090}"/>
              </a:ext>
            </a:extLst>
          </p:cNvPr>
          <p:cNvSpPr>
            <a:spLocks noGrp="1"/>
          </p:cNvSpPr>
          <p:nvPr>
            <p:ph idx="16"/>
          </p:nvPr>
        </p:nvSpPr>
        <p:spPr>
          <a:prstGeom prst="rect">
            <a:avLst/>
          </a:prstGeom>
        </p:spPr>
        <p:txBody>
          <a:bodyPr/>
          <a:lstStyle/>
          <a:p>
            <a:r>
              <a:t>UiPath Agent Evaluations test what you wrote.</a:t>
            </a:r>
          </a:p>
          <a:p>
            <a:r>
              <a:t>They don't test what a real attacker will invent.</a:t>
            </a:r>
          </a:p>
          <a:p/>
          <a:p>
            <a:r>
              <a:t>Agent safety today is vibes-based: static rubrics, no continuous adversarial loop, no compliance-ready coverage matrix.</a:t>
            </a:r>
          </a:p>
        </p:txBody>
      </p:sp>
      <p:sp>
        <p:nvSpPr>
          <p:cNvPr id="5" name="Text Placeholder 4">
            <a:extLst>
              <a:ext uri="{FF2B5EF4-FFF2-40B4-BE49-F238E27FC236}">
                <a16:creationId xmlns:a16="http://schemas.microsoft.com/office/drawing/2014/main" id="{CF86218D-58D1-4DB9-D829-CC6DC53A0A26}"/>
              </a:ext>
            </a:extLst>
          </p:cNvPr>
          <p:cNvSpPr>
            <a:spLocks noGrp="1"/>
          </p:cNvSpPr>
          <p:nvPr>
            <p:ph type="body" sz="quarter" idx="17"/>
          </p:nvPr>
        </p:nvSpPr>
        <p:spPr/>
        <p:txBody>
          <a:bodyPr/>
          <a:lstStyle/>
          <a:p>
            <a:r>
              <a:rPr lang="en-GB" dirty="0"/>
              <a:t>Solution</a:t>
            </a:r>
          </a:p>
        </p:txBody>
      </p:sp>
      <p:sp>
        <p:nvSpPr>
          <p:cNvPr id="6" name="Content Placeholder 5">
            <a:extLst>
              <a:ext uri="{FF2B5EF4-FFF2-40B4-BE49-F238E27FC236}">
                <a16:creationId xmlns:a16="http://schemas.microsoft.com/office/drawing/2014/main" id="{39D3F4E2-81AA-B610-6D1B-F0DAA1E2611A}"/>
              </a:ext>
            </a:extLst>
          </p:cNvPr>
          <p:cNvSpPr>
            <a:spLocks noGrp="1"/>
          </p:cNvSpPr>
          <p:nvPr>
            <p:ph idx="18"/>
          </p:nvPr>
        </p:nvSpPr>
        <p:spPr/>
        <p:txBody>
          <a:bodyPr/>
          <a:lstStyle/>
          <a:p>
            <a:r>
              <a:t>A Red Coach (a frontier LLM) invents new attacks against your agents.</a:t>
            </a:r>
          </a:p>
          <a:p>
            <a:r>
              <a:t>Winning attacks auto-populate UiPath Test Manager as regression tests.</a:t>
            </a:r>
          </a:p>
          <a:p>
            <a:r>
              <a:t>Failing fights open Action Center tasks with concrete fix recommendations.</a:t>
            </a:r>
          </a:p>
          <a:p/>
          <a:p>
            <a:r>
              <a:t>Every fight double-tagged: OWASP LLM Top-10 + MITRE ATLAS.</a:t>
            </a:r>
          </a:p>
        </p:txBody>
      </p:sp>
    </p:spTree>
    <p:extLst>
      <p:ext uri="{BB962C8B-B14F-4D97-AF65-F5344CB8AC3E}">
        <p14:creationId xmlns:p14="http://schemas.microsoft.com/office/powerpoint/2010/main" val="388946008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2A98F-0D34-4F65-DE46-AE03205ED290}"/>
            </a:ext>
          </a:extLst>
        </p:cNvPr>
        <p:cNvGrpSpPr/>
        <p:nvPr/>
      </p:nvGrpSpPr>
      <p:grpSpPr>
        <a:xfrm>
          <a:off x="0" y="0"/>
          <a:ext cx="0" cy="0"/>
          <a:chOff x="0" y="0"/>
          <a:chExt cx="0" cy="0"/>
        </a:xfrm>
      </p:grpSpPr>
      <p:sp>
        <p:nvSpPr>
          <p:cNvPr id="2" name="Title 5">
            <a:extLst>
              <a:ext uri="{FF2B5EF4-FFF2-40B4-BE49-F238E27FC236}">
                <a16:creationId xmlns:a16="http://schemas.microsoft.com/office/drawing/2014/main" id="{AD4CB4D1-7370-9D56-91FE-E94FD0B5521C}"/>
              </a:ext>
            </a:extLst>
          </p:cNvPr>
          <p:cNvSpPr txBox="1">
            <a:spLocks/>
          </p:cNvSpPr>
          <p:nvPr/>
        </p:nvSpPr>
        <p:spPr>
          <a:xfrm>
            <a:off x="259203" y="360000"/>
            <a:ext cx="9000000" cy="499928"/>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t>Benefits, impact, and UiPath components used</a:t>
            </a:r>
          </a:p>
        </p:txBody>
      </p:sp>
      <p:sp>
        <p:nvSpPr>
          <p:cNvPr id="3" name="Slide Number">
            <a:extLst>
              <a:ext uri="{FF2B5EF4-FFF2-40B4-BE49-F238E27FC236}">
                <a16:creationId xmlns:a16="http://schemas.microsoft.com/office/drawing/2014/main" id="{3318ADF4-66DC-932F-99DD-DE3F238E9B1F}"/>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a:t>
            </a:fld>
            <a:endParaRPr/>
          </a:p>
        </p:txBody>
      </p:sp>
      <p:graphicFrame>
        <p:nvGraphicFramePr>
          <p:cNvPr id="4" name="Table 3">
            <a:extLst>
              <a:ext uri="{FF2B5EF4-FFF2-40B4-BE49-F238E27FC236}">
                <a16:creationId xmlns:a16="http://schemas.microsoft.com/office/drawing/2014/main" id="{D6412797-89F7-45B5-CEE9-E11B1345AA3A}"/>
              </a:ext>
            </a:extLst>
          </p:cNvPr>
          <p:cNvGraphicFramePr>
            <a:graphicFrameLocks noGrp="1"/>
          </p:cNvGraphicFramePr>
          <p:nvPr>
            <p:extLst>
              <p:ext uri="{D42A27DB-BD31-4B8C-83A1-F6EECF244321}">
                <p14:modId xmlns:p14="http://schemas.microsoft.com/office/powerpoint/2010/main" val="1692350897"/>
              </p:ext>
            </p:extLst>
          </p:nvPr>
        </p:nvGraphicFramePr>
        <p:xfrm>
          <a:off x="359999" y="1506261"/>
          <a:ext cx="5006658" cy="4991737"/>
        </p:xfrm>
        <a:graphic>
          <a:graphicData uri="http://schemas.openxmlformats.org/drawingml/2006/table">
            <a:tbl>
              <a:tblPr/>
              <a:tblGrid>
                <a:gridCol w="2503329">
                  <a:extLst>
                    <a:ext uri="{9D8B030D-6E8A-4147-A177-3AD203B41FA5}">
                      <a16:colId xmlns:a16="http://schemas.microsoft.com/office/drawing/2014/main" val="1797263825"/>
                    </a:ext>
                  </a:extLst>
                </a:gridCol>
                <a:gridCol w="2503329">
                  <a:extLst>
                    <a:ext uri="{9D8B030D-6E8A-4147-A177-3AD203B41FA5}">
                      <a16:colId xmlns:a16="http://schemas.microsoft.com/office/drawing/2014/main" val="4089649546"/>
                    </a:ext>
                  </a:extLst>
                </a:gridCol>
              </a:tblGrid>
              <a:tr h="997533">
                <a:tc>
                  <a:txBody>
                    <a:bodyPr/>
                    <a:lstStyle/>
                    <a:p>
                      <a:r>
                        <a:rPr sz="1400"/>
                        <a:t>End user</a:t>
                      </a: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32C4F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r>
                        <a:rPr sz="1200"/>
                        <a:t>AI engineers and QA leads shipping UiPath agents</a:t>
                      </a: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2700" cap="flat" cmpd="sng" algn="ctr">
                      <a:solidFill>
                        <a:srgbClr val="32C4F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484696175"/>
                  </a:ext>
                </a:extLst>
              </a:tr>
              <a:tr h="997533">
                <a:tc>
                  <a:txBody>
                    <a:bodyPr/>
                    <a:lstStyle/>
                    <a:p>
                      <a:r>
                        <a:rPr sz="1400"/>
                        <a:t>Department</a:t>
                      </a: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r>
                        <a:rPr sz="1200"/>
                        <a:t>AI / Automation CoE; Security &amp; Compliance</a:t>
                      </a: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1025955541"/>
                  </a:ext>
                </a:extLst>
              </a:tr>
              <a:tr h="997533">
                <a:tc>
                  <a:txBody>
                    <a:bodyPr/>
                    <a:lstStyle/>
                    <a:p>
                      <a:r>
                        <a:rPr sz="1400"/>
                        <a:t>Industries</a:t>
                      </a: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r>
                        <a:rPr sz="1200"/>
                        <a:t>Banking, insurance, healthcare, regulated SaaS</a:t>
                      </a: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3613447538"/>
                  </a:ext>
                </a:extLst>
              </a:tr>
              <a:tr h="997533">
                <a:tc>
                  <a:txBody>
                    <a:bodyPr/>
                    <a:lstStyle/>
                    <a:p>
                      <a:r>
                        <a:rPr sz="1400"/>
                        <a:t>UiPath products</a:t>
                      </a: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r>
                        <a:rPr sz="1100"/>
                        <a:t>Test Cloud + Test Manager, Maestro (Case + Flow), Agent Builder, Coded Agents, Coded Apps, Action Center, Automation Cloud, uip CLI</a:t>
                      </a: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1221151595"/>
                  </a:ext>
                </a:extLst>
              </a:tr>
              <a:tr h="1001605">
                <a:tc>
                  <a:txBody>
                    <a:bodyPr/>
                    <a:lstStyle/>
                    <a:p>
                      <a:r>
                        <a:rPr sz="1400"/>
                        <a:t>Other tech</a:t>
                      </a: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2700" cap="flat" cmpd="sng" algn="ctr">
                      <a:solidFill>
                        <a:srgbClr val="32C4F3"/>
                      </a:solidFill>
                      <a:prstDash val="solid"/>
                      <a:round/>
                      <a:headEnd type="none" w="med" len="med"/>
                      <a:tailEnd type="none" w="med" len="med"/>
                    </a:lnB>
                    <a:solidFill>
                      <a:srgbClr val="0BA2B3"/>
                    </a:solidFill>
                  </a:tcPr>
                </a:tc>
                <a:tc>
                  <a:txBody>
                    <a:bodyPr/>
                    <a:lstStyle/>
                    <a:p>
                      <a:r>
                        <a:rPr sz="1100"/>
                        <a:t>Frontier LLM, LangGraph, React 19 + Vite, @uipath/uipath-typescript SDK, OWASP LLM Top-10, MITRE ATLAS, built with an agentic coding tool</a:t>
                      </a: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2700" cap="flat" cmpd="sng" algn="ctr">
                      <a:solidFill>
                        <a:srgbClr val="32C4F3"/>
                      </a:solidFill>
                      <a:prstDash val="solid"/>
                      <a:round/>
                      <a:headEnd type="none" w="med" len="med"/>
                      <a:tailEnd type="none" w="med" len="med"/>
                    </a:lnB>
                    <a:solidFill>
                      <a:srgbClr val="0BA2B3"/>
                    </a:solidFill>
                  </a:tcPr>
                </a:tc>
                <a:extLst>
                  <a:ext uri="{0D108BD9-81ED-4DB2-BD59-A6C34878D82A}">
                    <a16:rowId xmlns:a16="http://schemas.microsoft.com/office/drawing/2014/main" val="1265993834"/>
                  </a:ext>
                </a:extLst>
              </a:tr>
            </a:tbl>
          </a:graphicData>
        </a:graphic>
      </p:graphicFrame>
      <p:sp>
        <p:nvSpPr>
          <p:cNvPr id="5" name="Rectangle 1">
            <a:extLst>
              <a:ext uri="{FF2B5EF4-FFF2-40B4-BE49-F238E27FC236}">
                <a16:creationId xmlns:a16="http://schemas.microsoft.com/office/drawing/2014/main" id="{FDDB8F6C-6FD2-1712-F7ED-DE2D595FD1C3}"/>
              </a:ext>
            </a:extLst>
          </p:cNvPr>
          <p:cNvSpPr>
            <a:spLocks noChangeArrowheads="1"/>
          </p:cNvSpPr>
          <p:nvPr/>
        </p:nvSpPr>
        <p:spPr bwMode="auto">
          <a:xfrm>
            <a:off x="359999" y="859929"/>
            <a:ext cx="103983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a:spcBef>
                <a:spcPct val="0"/>
              </a:spcBef>
              <a:spcAft>
                <a:spcPct val="0"/>
              </a:spcAft>
              <a:defRPr>
                <a:solidFill>
                  <a:schemeClr val="tx1"/>
                </a:solidFill>
                <a:latin typeface="Arial" panose="020B0604020202020204" pitchFamily="34" charset="0"/>
              </a:defRPr>
            </a:lvl1pPr>
            <a:lvl2pPr marL="457200" eaLnBrk="0" fontAlgn="base">
              <a:spcBef>
                <a:spcPct val="0"/>
              </a:spcBef>
              <a:spcAft>
                <a:spcPct val="0"/>
              </a:spcAft>
              <a:defRPr>
                <a:solidFill>
                  <a:schemeClr val="tx1"/>
                </a:solidFill>
                <a:latin typeface="Arial" panose="020B0604020202020204" pitchFamily="34" charset="0"/>
              </a:defRPr>
            </a:lvl2pPr>
            <a:lvl3pPr marL="914400" eaLnBrk="0" fontAlgn="base">
              <a:spcBef>
                <a:spcPct val="0"/>
              </a:spcBef>
              <a:spcAft>
                <a:spcPct val="0"/>
              </a:spcAft>
              <a:defRPr>
                <a:solidFill>
                  <a:schemeClr val="tx1"/>
                </a:solidFill>
                <a:latin typeface="Arial" panose="020B0604020202020204" pitchFamily="34" charset="0"/>
              </a:defRPr>
            </a:lvl3pPr>
            <a:lvl4pPr marL="1371600" eaLnBrk="0" fontAlgn="base">
              <a:spcBef>
                <a:spcPct val="0"/>
              </a:spcBef>
              <a:spcAft>
                <a:spcPct val="0"/>
              </a:spcAft>
              <a:defRPr>
                <a:solidFill>
                  <a:schemeClr val="tx1"/>
                </a:solidFill>
                <a:latin typeface="Arial" panose="020B0604020202020204" pitchFamily="34" charset="0"/>
              </a:defRPr>
            </a:lvl4pPr>
            <a:lvl5pPr marL="1828800" eaLnBrk="0" fontAlgn="base">
              <a:spcBef>
                <a:spcPct val="0"/>
              </a:spcBef>
              <a:spcAft>
                <a:spcPct val="0"/>
              </a:spcAft>
              <a:defRPr>
                <a:solidFill>
                  <a:schemeClr val="tx1"/>
                </a:solidFill>
                <a:latin typeface="Arial" panose="020B0604020202020204" pitchFamily="34" charset="0"/>
              </a:defRPr>
            </a:lvl5pPr>
            <a:lvl6pPr marL="2286000" eaLnBrk="0" fontAlgn="base">
              <a:spcBef>
                <a:spcPct val="0"/>
              </a:spcBef>
              <a:spcAft>
                <a:spcPct val="0"/>
              </a:spcAft>
              <a:defRPr>
                <a:solidFill>
                  <a:schemeClr val="tx1"/>
                </a:solidFill>
                <a:latin typeface="Arial" panose="020B0604020202020204" pitchFamily="34" charset="0"/>
              </a:defRPr>
            </a:lvl6pPr>
            <a:lvl7pPr marL="2743200" eaLnBrk="0" fontAlgn="base">
              <a:spcBef>
                <a:spcPct val="0"/>
              </a:spcBef>
              <a:spcAft>
                <a:spcPct val="0"/>
              </a:spcAft>
              <a:defRPr>
                <a:solidFill>
                  <a:schemeClr val="tx1"/>
                </a:solidFill>
                <a:latin typeface="Arial" panose="020B0604020202020204" pitchFamily="34" charset="0"/>
              </a:defRPr>
            </a:lvl7pPr>
            <a:lvl8pPr marL="3200400" eaLnBrk="0" fontAlgn="base">
              <a:spcBef>
                <a:spcPct val="0"/>
              </a:spcBef>
              <a:spcAft>
                <a:spcPct val="0"/>
              </a:spcAft>
              <a:defRPr>
                <a:solidFill>
                  <a:schemeClr val="tx1"/>
                </a:solidFill>
                <a:latin typeface="Arial" panose="020B0604020202020204" pitchFamily="34" charset="0"/>
              </a:defRPr>
            </a:lvl8pPr>
            <a:lvl9pPr marL="3657600" eaLnBrk="0" fontAlgn="base">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Text Placeholder 25">
            <a:extLst>
              <a:ext uri="{FF2B5EF4-FFF2-40B4-BE49-F238E27FC236}">
                <a16:creationId xmlns:a16="http://schemas.microsoft.com/office/drawing/2014/main" id="{529D93D7-AC19-31FD-0A31-FCBFBA9AFD4D}"/>
              </a:ext>
            </a:extLst>
          </p:cNvPr>
          <p:cNvSpPr>
            <a:spLocks noGrp="1"/>
          </p:cNvSpPr>
          <p:nvPr/>
        </p:nvSpPr>
        <p:spPr>
          <a:xfrm>
            <a:off x="6422266" y="770263"/>
            <a:ext cx="5497831" cy="489737"/>
          </a:xfrm>
          <a:prstGeom prst="rect">
            <a:avLst/>
          </a:prstGeom>
        </p:spPr>
        <p:txBody>
          <a:bodyPr vert="horz" lIns="0" tIns="0" rIns="0" bIns="0" rtlCol="0" anchor="b" anchorCtr="0">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sz="2400" b="1">
                <a:solidFill>
                  <a:srgbClr val="172125"/>
                </a:solidFill>
              </a:rPr>
              <a:t>Outcomes</a:t>
            </a:r>
          </a:p>
        </p:txBody>
      </p:sp>
      <p:sp>
        <p:nvSpPr>
          <p:cNvPr id="7" name="Content Placeholder 32">
            <a:extLst>
              <a:ext uri="{FF2B5EF4-FFF2-40B4-BE49-F238E27FC236}">
                <a16:creationId xmlns:a16="http://schemas.microsoft.com/office/drawing/2014/main" id="{AFAA334A-A9E5-9A6B-D433-4770703EF4AD}"/>
              </a:ext>
            </a:extLst>
          </p:cNvPr>
          <p:cNvSpPr txBox="1">
            <a:spLocks/>
          </p:cNvSpPr>
          <p:nvPr/>
        </p:nvSpPr>
        <p:spPr>
          <a:xfrm>
            <a:off x="6318751" y="1506260"/>
            <a:ext cx="5500550" cy="4426764"/>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sz="1600">
                <a:solidFill>
                  <a:srgbClr val="172125"/>
                </a:solidFill>
              </a:rPr>
              <a:t>75+ adversarial fights run.</a:t>
            </a:r>
          </a:p>
          <a:p>
            <a:r>
              <a:rPr sz="1600">
                <a:solidFill>
                  <a:srgbClr val="172125"/>
                </a:solidFill>
              </a:rPr>
              <a:t>9 critical findings auto-diagnosed.</a:t>
            </a:r>
          </a:p>
          <a:p>
            <a:r>
              <a:rPr sz="1600">
                <a:solidFill>
                  <a:srgbClr val="172125"/>
                </a:solidFill>
              </a:rPr>
              <a:t>Worst-case win rate of 22% exposed against the naive blue posture.</a:t>
            </a:r>
          </a:p>
          <a:p>
            <a:r>
              <a:rPr sz="1600">
                <a:solidFill>
                  <a:srgbClr val="172125"/>
                </a:solidFill>
              </a:rPr>
              <a:t>Coach invents attack personas the team never seeded.</a:t>
            </a:r>
          </a:p>
          <a:p>
            <a:r>
              <a:rPr sz="1600">
                <a:solidFill>
                  <a:srgbClr val="172125"/>
                </a:solidFill>
              </a:rPr>
              <a:t>Test Manager regression suite that grows itself.</a:t>
            </a:r>
          </a:p>
          <a:p>
            <a:r>
              <a:rPr sz="1600">
                <a:solidFill>
                  <a:srgbClr val="172125"/>
                </a:solidFill>
              </a:rPr>
              <a:t>Auditor-ready OWASP / MITRE coverage matrix.</a:t>
            </a:r>
          </a:p>
        </p:txBody>
      </p:sp>
      <p:sp>
        <p:nvSpPr>
          <p:cNvPr id="8" name="Text Placeholder 25">
            <a:extLst>
              <a:ext uri="{FF2B5EF4-FFF2-40B4-BE49-F238E27FC236}">
                <a16:creationId xmlns:a16="http://schemas.microsoft.com/office/drawing/2014/main" id="{41C52358-4F5E-423D-E7FA-F4BB97C68355}"/>
              </a:ext>
            </a:extLst>
          </p:cNvPr>
          <p:cNvSpPr>
            <a:spLocks noGrp="1"/>
          </p:cNvSpPr>
          <p:nvPr/>
        </p:nvSpPr>
        <p:spPr>
          <a:xfrm>
            <a:off x="359999" y="810000"/>
            <a:ext cx="5497831" cy="489737"/>
          </a:xfrm>
          <a:prstGeom prst="rect">
            <a:avLst/>
          </a:prstGeom>
        </p:spPr>
        <p:txBody>
          <a:bodyPr vert="horz" lIns="0" tIns="0" rIns="0" bIns="0" rtlCol="0" anchor="b" anchorCtr="0">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sz="2400" b="1">
                <a:solidFill>
                  <a:srgbClr val="172125"/>
                </a:solidFill>
              </a:rPr>
              <a:t>Components</a:t>
            </a:r>
          </a:p>
        </p:txBody>
      </p:sp>
    </p:spTree>
    <p:extLst>
      <p:ext uri="{BB962C8B-B14F-4D97-AF65-F5344CB8AC3E}">
        <p14:creationId xmlns:p14="http://schemas.microsoft.com/office/powerpoint/2010/main" val="92073182"/>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5ABE-B1E7-E0F4-F9C1-1C0EF8D99D9D}"/>
            </a:ext>
          </a:extLst>
        </p:cNvPr>
        <p:cNvGrpSpPr/>
        <p:nvPr/>
      </p:nvGrpSpPr>
      <p:grpSpPr>
        <a:xfrm>
          <a:off x="0" y="0"/>
          <a:ext cx="0" cy="0"/>
          <a:chOff x="0" y="0"/>
          <a:chExt cx="0" cy="0"/>
        </a:xfrm>
      </p:grpSpPr>
      <p:sp>
        <p:nvSpPr>
          <p:cNvPr id="3" name="Slide Number">
            <a:extLst>
              <a:ext uri="{FF2B5EF4-FFF2-40B4-BE49-F238E27FC236}">
                <a16:creationId xmlns:a16="http://schemas.microsoft.com/office/drawing/2014/main" id="{769EFCAF-5C74-EB05-21F5-2D2BC2E0EABB}"/>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5</a:t>
            </a:fld>
            <a:endParaRPr/>
          </a:p>
        </p:txBody>
      </p:sp>
      <p:sp>
        <p:nvSpPr>
          <p:cNvPr id="5" name="Rectangle 1">
            <a:extLst>
              <a:ext uri="{FF2B5EF4-FFF2-40B4-BE49-F238E27FC236}">
                <a16:creationId xmlns:a16="http://schemas.microsoft.com/office/drawing/2014/main" id="{D988C2DD-493B-5D96-F19B-E505FAFF2D0F}"/>
              </a:ext>
            </a:extLst>
          </p:cNvPr>
          <p:cNvSpPr>
            <a:spLocks noChangeArrowheads="1"/>
          </p:cNvSpPr>
          <p:nvPr/>
        </p:nvSpPr>
        <p:spPr bwMode="auto">
          <a:xfrm>
            <a:off x="359999" y="859929"/>
            <a:ext cx="103983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a:spcBef>
                <a:spcPct val="0"/>
              </a:spcBef>
              <a:spcAft>
                <a:spcPct val="0"/>
              </a:spcAft>
              <a:defRPr>
                <a:solidFill>
                  <a:schemeClr val="tx1"/>
                </a:solidFill>
                <a:latin typeface="Arial" panose="020B0604020202020204" pitchFamily="34" charset="0"/>
              </a:defRPr>
            </a:lvl1pPr>
            <a:lvl2pPr marL="457200" eaLnBrk="0" fontAlgn="base">
              <a:spcBef>
                <a:spcPct val="0"/>
              </a:spcBef>
              <a:spcAft>
                <a:spcPct val="0"/>
              </a:spcAft>
              <a:defRPr>
                <a:solidFill>
                  <a:schemeClr val="tx1"/>
                </a:solidFill>
                <a:latin typeface="Arial" panose="020B0604020202020204" pitchFamily="34" charset="0"/>
              </a:defRPr>
            </a:lvl2pPr>
            <a:lvl3pPr marL="914400" eaLnBrk="0" fontAlgn="base">
              <a:spcBef>
                <a:spcPct val="0"/>
              </a:spcBef>
              <a:spcAft>
                <a:spcPct val="0"/>
              </a:spcAft>
              <a:defRPr>
                <a:solidFill>
                  <a:schemeClr val="tx1"/>
                </a:solidFill>
                <a:latin typeface="Arial" panose="020B0604020202020204" pitchFamily="34" charset="0"/>
              </a:defRPr>
            </a:lvl3pPr>
            <a:lvl4pPr marL="1371600" eaLnBrk="0" fontAlgn="base">
              <a:spcBef>
                <a:spcPct val="0"/>
              </a:spcBef>
              <a:spcAft>
                <a:spcPct val="0"/>
              </a:spcAft>
              <a:defRPr>
                <a:solidFill>
                  <a:schemeClr val="tx1"/>
                </a:solidFill>
                <a:latin typeface="Arial" panose="020B0604020202020204" pitchFamily="34" charset="0"/>
              </a:defRPr>
            </a:lvl4pPr>
            <a:lvl5pPr marL="1828800" eaLnBrk="0" fontAlgn="base">
              <a:spcBef>
                <a:spcPct val="0"/>
              </a:spcBef>
              <a:spcAft>
                <a:spcPct val="0"/>
              </a:spcAft>
              <a:defRPr>
                <a:solidFill>
                  <a:schemeClr val="tx1"/>
                </a:solidFill>
                <a:latin typeface="Arial" panose="020B0604020202020204" pitchFamily="34" charset="0"/>
              </a:defRPr>
            </a:lvl5pPr>
            <a:lvl6pPr marL="2286000" eaLnBrk="0" fontAlgn="base">
              <a:spcBef>
                <a:spcPct val="0"/>
              </a:spcBef>
              <a:spcAft>
                <a:spcPct val="0"/>
              </a:spcAft>
              <a:defRPr>
                <a:solidFill>
                  <a:schemeClr val="tx1"/>
                </a:solidFill>
                <a:latin typeface="Arial" panose="020B0604020202020204" pitchFamily="34" charset="0"/>
              </a:defRPr>
            </a:lvl6pPr>
            <a:lvl7pPr marL="2743200" eaLnBrk="0" fontAlgn="base">
              <a:spcBef>
                <a:spcPct val="0"/>
              </a:spcBef>
              <a:spcAft>
                <a:spcPct val="0"/>
              </a:spcAft>
              <a:defRPr>
                <a:solidFill>
                  <a:schemeClr val="tx1"/>
                </a:solidFill>
                <a:latin typeface="Arial" panose="020B0604020202020204" pitchFamily="34" charset="0"/>
              </a:defRPr>
            </a:lvl7pPr>
            <a:lvl8pPr marL="3200400" eaLnBrk="0" fontAlgn="base">
              <a:spcBef>
                <a:spcPct val="0"/>
              </a:spcBef>
              <a:spcAft>
                <a:spcPct val="0"/>
              </a:spcAft>
              <a:defRPr>
                <a:solidFill>
                  <a:schemeClr val="tx1"/>
                </a:solidFill>
                <a:latin typeface="Arial" panose="020B0604020202020204" pitchFamily="34" charset="0"/>
              </a:defRPr>
            </a:lvl8pPr>
            <a:lvl9pPr marL="3657600" eaLnBrk="0" fontAlgn="base">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2" name="Title 2">
            <a:extLst>
              <a:ext uri="{FF2B5EF4-FFF2-40B4-BE49-F238E27FC236}">
                <a16:creationId xmlns:a16="http://schemas.microsoft.com/office/drawing/2014/main" id="{E33809C1-421A-FEE4-C2CB-3DA05EF49DDB}"/>
              </a:ext>
            </a:extLst>
          </p:cNvPr>
          <p:cNvSpPr txBox="1">
            <a:spLocks/>
          </p:cNvSpPr>
          <p:nvPr/>
        </p:nvSpPr>
        <p:spPr>
          <a:xfrm>
            <a:off x="359999" y="360000"/>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t>How it works</a:t>
            </a:r>
          </a:p>
        </p:txBody>
      </p:sp>
      <p:sp>
        <p:nvSpPr>
          <p:cNvPr id="4" name="Content Placeholder 32">
            <a:extLst>
              <a:ext uri="{FF2B5EF4-FFF2-40B4-BE49-F238E27FC236}">
                <a16:creationId xmlns:a16="http://schemas.microsoft.com/office/drawing/2014/main" id="{03A6AAA2-CFF2-6048-0FF5-456004E6B92D}"/>
              </a:ext>
            </a:extLst>
          </p:cNvPr>
          <p:cNvSpPr txBox="1">
            <a:spLocks/>
          </p:cNvSpPr>
          <p:nvPr/>
        </p:nvSpPr>
        <p:spPr>
          <a:xfrm>
            <a:off x="365760" y="1554480"/>
            <a:ext cx="5120640" cy="4754880"/>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sz="1500">
                <a:solidFill>
                  <a:srgbClr val="172125"/>
                </a:solidFill>
              </a:rPr>
              <a:t>FightArena is a long-lived Maestro Case.</a:t>
            </a:r>
          </a:p>
          <a:p/>
          <a:p>
            <a:r>
              <a:rPr sz="1500">
                <a:solidFill>
                  <a:srgbClr val="172125"/>
                </a:solidFill>
              </a:rPr>
              <a:t>Each round = one RoundOrchestrator (Maestro Flow):</a:t>
            </a:r>
          </a:p>
          <a:p>
            <a:r>
              <a:rPr sz="1500">
                <a:solidFill>
                  <a:srgbClr val="172125"/>
                </a:solidFill>
              </a:rPr>
              <a:t>Red attack → Blue response → Referee verdict → score.</a:t>
            </a:r>
          </a:p>
          <a:p/>
          <a:p>
            <a:r>
              <a:rPr sz="1500">
                <a:solidFill>
                  <a:srgbClr val="172125"/>
                </a:solidFill>
              </a:rPr>
              <a:t>Coach self-play loop:</a:t>
            </a:r>
          </a:p>
          <a:p>
            <a:r>
              <a:rPr sz="1500">
                <a:solidFill>
                  <a:srgbClr val="172125"/>
                </a:solidFill>
              </a:rPr>
              <a:t>pick the highest expected-reward persona,</a:t>
            </a:r>
          </a:p>
          <a:p>
            <a:r>
              <a:rPr sz="1500">
                <a:solidFill>
                  <a:srgbClr val="172125"/>
                </a:solidFill>
              </a:rPr>
              <a:t>or ask the LLM to invent a new one.</a:t>
            </a:r>
          </a:p>
          <a:p/>
          <a:p>
            <a:r>
              <a:rPr sz="1500">
                <a:solidFill>
                  <a:srgbClr val="172125"/>
                </a:solidFill>
              </a:rPr>
              <a:t>On Red win → save to Test Manager.</a:t>
            </a:r>
          </a:p>
          <a:p>
            <a:r>
              <a:rPr sz="1500">
                <a:solidFill>
                  <a:srgbClr val="172125"/>
                </a:solidFill>
              </a:rPr>
              <a:t>On Blue loss → Fix Recommender → Action Center.</a:t>
            </a:r>
          </a:p>
        </p:txBody>
      </p:sp>
      <p:pic>
        <p:nvPicPr>
          <p:cNvPr id="6" name="Picture 5" descr="02-coach-lab.png"/>
          <p:cNvPicPr>
            <a:picLocks noChangeAspect="1"/>
          </p:cNvPicPr>
          <p:nvPr/>
        </p:nvPicPr>
        <p:blipFill>
          <a:blip r:embed="rId2"/>
          <a:stretch>
            <a:fillRect/>
          </a:stretch>
        </p:blipFill>
        <p:spPr>
          <a:xfrm>
            <a:off x="6052820" y="1508760"/>
            <a:ext cx="5852160" cy="4023360"/>
          </a:xfrm>
          <a:prstGeom prst="rect">
            <a:avLst/>
          </a:prstGeom>
        </p:spPr>
      </p:pic>
    </p:spTree>
    <p:extLst>
      <p:ext uri="{BB962C8B-B14F-4D97-AF65-F5344CB8AC3E}">
        <p14:creationId xmlns:p14="http://schemas.microsoft.com/office/powerpoint/2010/main" val="2103726546"/>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16939-4992-93D2-F302-D02CECF6C8D1}"/>
            </a:ext>
          </a:extLst>
        </p:cNvPr>
        <p:cNvGrpSpPr/>
        <p:nvPr/>
      </p:nvGrpSpPr>
      <p:grpSpPr>
        <a:xfrm>
          <a:off x="0" y="0"/>
          <a:ext cx="0" cy="0"/>
          <a:chOff x="0" y="0"/>
          <a:chExt cx="0" cy="0"/>
        </a:xfrm>
      </p:grpSpPr>
      <p:sp>
        <p:nvSpPr>
          <p:cNvPr id="3" name="Slide Number">
            <a:extLst>
              <a:ext uri="{FF2B5EF4-FFF2-40B4-BE49-F238E27FC236}">
                <a16:creationId xmlns:a16="http://schemas.microsoft.com/office/drawing/2014/main" id="{6C4E72B3-93AC-C753-7A84-C1CD66A5B0E1}"/>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sp>
        <p:nvSpPr>
          <p:cNvPr id="5" name="Rectangle 1">
            <a:extLst>
              <a:ext uri="{FF2B5EF4-FFF2-40B4-BE49-F238E27FC236}">
                <a16:creationId xmlns:a16="http://schemas.microsoft.com/office/drawing/2014/main" id="{01843E0A-2036-C699-04BE-44B828C31B55}"/>
              </a:ext>
            </a:extLst>
          </p:cNvPr>
          <p:cNvSpPr>
            <a:spLocks noChangeArrowheads="1"/>
          </p:cNvSpPr>
          <p:nvPr/>
        </p:nvSpPr>
        <p:spPr bwMode="auto">
          <a:xfrm>
            <a:off x="359999" y="859929"/>
            <a:ext cx="103983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a:spcBef>
                <a:spcPct val="0"/>
              </a:spcBef>
              <a:spcAft>
                <a:spcPct val="0"/>
              </a:spcAft>
              <a:defRPr>
                <a:solidFill>
                  <a:schemeClr val="tx1"/>
                </a:solidFill>
                <a:latin typeface="Arial" panose="020B0604020202020204" pitchFamily="34" charset="0"/>
              </a:defRPr>
            </a:lvl1pPr>
            <a:lvl2pPr marL="457200" eaLnBrk="0" fontAlgn="base">
              <a:spcBef>
                <a:spcPct val="0"/>
              </a:spcBef>
              <a:spcAft>
                <a:spcPct val="0"/>
              </a:spcAft>
              <a:defRPr>
                <a:solidFill>
                  <a:schemeClr val="tx1"/>
                </a:solidFill>
                <a:latin typeface="Arial" panose="020B0604020202020204" pitchFamily="34" charset="0"/>
              </a:defRPr>
            </a:lvl2pPr>
            <a:lvl3pPr marL="914400" eaLnBrk="0" fontAlgn="base">
              <a:spcBef>
                <a:spcPct val="0"/>
              </a:spcBef>
              <a:spcAft>
                <a:spcPct val="0"/>
              </a:spcAft>
              <a:defRPr>
                <a:solidFill>
                  <a:schemeClr val="tx1"/>
                </a:solidFill>
                <a:latin typeface="Arial" panose="020B0604020202020204" pitchFamily="34" charset="0"/>
              </a:defRPr>
            </a:lvl3pPr>
            <a:lvl4pPr marL="1371600" eaLnBrk="0" fontAlgn="base">
              <a:spcBef>
                <a:spcPct val="0"/>
              </a:spcBef>
              <a:spcAft>
                <a:spcPct val="0"/>
              </a:spcAft>
              <a:defRPr>
                <a:solidFill>
                  <a:schemeClr val="tx1"/>
                </a:solidFill>
                <a:latin typeface="Arial" panose="020B0604020202020204" pitchFamily="34" charset="0"/>
              </a:defRPr>
            </a:lvl4pPr>
            <a:lvl5pPr marL="1828800" eaLnBrk="0" fontAlgn="base">
              <a:spcBef>
                <a:spcPct val="0"/>
              </a:spcBef>
              <a:spcAft>
                <a:spcPct val="0"/>
              </a:spcAft>
              <a:defRPr>
                <a:solidFill>
                  <a:schemeClr val="tx1"/>
                </a:solidFill>
                <a:latin typeface="Arial" panose="020B0604020202020204" pitchFamily="34" charset="0"/>
              </a:defRPr>
            </a:lvl5pPr>
            <a:lvl6pPr marL="2286000" eaLnBrk="0" fontAlgn="base">
              <a:spcBef>
                <a:spcPct val="0"/>
              </a:spcBef>
              <a:spcAft>
                <a:spcPct val="0"/>
              </a:spcAft>
              <a:defRPr>
                <a:solidFill>
                  <a:schemeClr val="tx1"/>
                </a:solidFill>
                <a:latin typeface="Arial" panose="020B0604020202020204" pitchFamily="34" charset="0"/>
              </a:defRPr>
            </a:lvl6pPr>
            <a:lvl7pPr marL="2743200" eaLnBrk="0" fontAlgn="base">
              <a:spcBef>
                <a:spcPct val="0"/>
              </a:spcBef>
              <a:spcAft>
                <a:spcPct val="0"/>
              </a:spcAft>
              <a:defRPr>
                <a:solidFill>
                  <a:schemeClr val="tx1"/>
                </a:solidFill>
                <a:latin typeface="Arial" panose="020B0604020202020204" pitchFamily="34" charset="0"/>
              </a:defRPr>
            </a:lvl7pPr>
            <a:lvl8pPr marL="3200400" eaLnBrk="0" fontAlgn="base">
              <a:spcBef>
                <a:spcPct val="0"/>
              </a:spcBef>
              <a:spcAft>
                <a:spcPct val="0"/>
              </a:spcAft>
              <a:defRPr>
                <a:solidFill>
                  <a:schemeClr val="tx1"/>
                </a:solidFill>
                <a:latin typeface="Arial" panose="020B0604020202020204" pitchFamily="34" charset="0"/>
              </a:defRPr>
            </a:lvl8pPr>
            <a:lvl9pPr marL="3657600" eaLnBrk="0" fontAlgn="base">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2" name="Title 2">
            <a:extLst>
              <a:ext uri="{FF2B5EF4-FFF2-40B4-BE49-F238E27FC236}">
                <a16:creationId xmlns:a16="http://schemas.microsoft.com/office/drawing/2014/main" id="{BEFB8217-129D-D95A-BB32-442DB9B98EF6}"/>
              </a:ext>
            </a:extLst>
          </p:cNvPr>
          <p:cNvSpPr txBox="1">
            <a:spLocks/>
          </p:cNvSpPr>
          <p:nvPr/>
        </p:nvSpPr>
        <p:spPr>
          <a:xfrm>
            <a:off x="359999" y="518044"/>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t>Coverage, audit, and the live demo</a:t>
            </a:r>
          </a:p>
        </p:txBody>
      </p:sp>
      <p:sp>
        <p:nvSpPr>
          <p:cNvPr id="6" name="Content Placeholder 32">
            <a:extLst>
              <a:ext uri="{FF2B5EF4-FFF2-40B4-BE49-F238E27FC236}">
                <a16:creationId xmlns:a16="http://schemas.microsoft.com/office/drawing/2014/main" id="{923C445F-3F02-3F28-536A-78F2019EEC9B}"/>
              </a:ext>
            </a:extLst>
          </p:cNvPr>
          <p:cNvSpPr txBox="1">
            <a:spLocks/>
          </p:cNvSpPr>
          <p:nvPr/>
        </p:nvSpPr>
        <p:spPr>
          <a:xfrm>
            <a:off x="365760" y="1554480"/>
            <a:ext cx="5120640" cy="4754880"/>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sz="1500">
                <a:solidFill>
                  <a:srgbClr val="172125"/>
                </a:solidFill>
              </a:rPr>
              <a:t>Every fight tagged against OWASP LLM Top-10 + MITRE ATLAS.</a:t>
            </a:r>
          </a:p>
          <a:p>
            <a:r>
              <a:rPr sz="1500">
                <a:solidFill>
                  <a:srgbClr val="172125"/>
                </a:solidFill>
              </a:rPr>
              <a:t>Audit renders that as a live coverage matrix.</a:t>
            </a:r>
          </a:p>
          <a:p/>
          <a:p>
            <a:r>
              <a:rPr sz="1500">
                <a:solidFill>
                  <a:srgbClr val="172125"/>
                </a:solidFill>
              </a:rPr>
              <a:t>Coach Lab streams a real LLM call from the browser using the user's own session key. The persona is authored during the demo, not pre-recorded.</a:t>
            </a:r>
          </a:p>
          <a:p/>
          <a:p>
            <a:r>
              <a:rPr sz="1500">
                <a:solidFill>
                  <a:srgbClr val="172125"/>
                </a:solidFill>
              </a:rPr>
              <a:t>Built end-to-end with an agentic coding tool.</a:t>
            </a:r>
          </a:p>
          <a:p/>
          <a:p>
            <a:r>
              <a:rPr sz="1500">
                <a:solidFill>
                  <a:srgbClr val="172125"/>
                </a:solidFill>
              </a:rPr>
              <a:t>▶  youtu.be/1q9W5SC_fxA</a:t>
            </a:r>
          </a:p>
          <a:p>
            <a:r>
              <a:rPr sz="1500">
                <a:solidFill>
                  <a:srgbClr val="172125"/>
                </a:solidFill>
              </a:rPr>
              <a:t>📦  github.com/tdries/uipath-hackathon-gauntlet</a:t>
            </a:r>
          </a:p>
        </p:txBody>
      </p:sp>
      <p:pic>
        <p:nvPicPr>
          <p:cNvPr id="7" name="Picture 6" descr="06-audit.png"/>
          <p:cNvPicPr>
            <a:picLocks noChangeAspect="1"/>
          </p:cNvPicPr>
          <p:nvPr/>
        </p:nvPicPr>
        <p:blipFill>
          <a:blip r:embed="rId2"/>
          <a:stretch>
            <a:fillRect/>
          </a:stretch>
        </p:blipFill>
        <p:spPr>
          <a:xfrm>
            <a:off x="6052820" y="1508760"/>
            <a:ext cx="5852160" cy="4023360"/>
          </a:xfrm>
          <a:prstGeom prst="rect">
            <a:avLst/>
          </a:prstGeom>
        </p:spPr>
      </p:pic>
    </p:spTree>
    <p:extLst>
      <p:ext uri="{BB962C8B-B14F-4D97-AF65-F5344CB8AC3E}">
        <p14:creationId xmlns:p14="http://schemas.microsoft.com/office/powerpoint/2010/main" val="1891173096"/>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158FD-BD27-6FA8-1273-E9EC258BED5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2E1806CF-B883-489C-2357-0C8CD1471272}"/>
              </a:ext>
            </a:extLst>
          </p:cNvPr>
          <p:cNvSpPr>
            <a:spLocks noGrp="1"/>
          </p:cNvSpPr>
          <p:nvPr>
            <p:ph type="title"/>
          </p:nvPr>
        </p:nvSpPr>
        <p:spPr/>
        <p:txBody>
          <a:bodyPr/>
          <a:lstStyle/>
          <a:p>
            <a:r>
              <a:t>Go safe, or go home.</a:t>
            </a:r>
          </a:p>
        </p:txBody>
      </p:sp>
    </p:spTree>
    <p:extLst>
      <p:ext uri="{BB962C8B-B14F-4D97-AF65-F5344CB8AC3E}">
        <p14:creationId xmlns:p14="http://schemas.microsoft.com/office/powerpoint/2010/main" val="62120523"/>
      </p:ext>
    </p:extLst>
  </p:cSld>
  <p:clrMapOvr>
    <a:masterClrMapping/>
  </p:clrMapOvr>
  <p:transition spd="med"/>
</p:sld>
</file>

<file path=ppt/theme/theme1.xml><?xml version="1.0" encoding="utf-8"?>
<a:theme xmlns:a="http://schemas.openxmlformats.org/drawingml/2006/main" name="Primary Presentation Layouts">
  <a:themeElements>
    <a:clrScheme name="UiPath colors">
      <a:dk1>
        <a:srgbClr val="172024"/>
      </a:dk1>
      <a:lt1>
        <a:srgbClr val="FFFFFF"/>
      </a:lt1>
      <a:dk2>
        <a:srgbClr val="9D9D9D"/>
      </a:dk2>
      <a:lt2>
        <a:srgbClr val="F6F6F6"/>
      </a:lt2>
      <a:accent1>
        <a:srgbClr val="FA4616"/>
      </a:accent1>
      <a:accent2>
        <a:srgbClr val="1E6482"/>
      </a:accent2>
      <a:accent3>
        <a:srgbClr val="A32200"/>
      </a:accent3>
      <a:accent4>
        <a:srgbClr val="0BA2B3"/>
      </a:accent4>
      <a:accent5>
        <a:srgbClr val="8B288A"/>
      </a:accent5>
      <a:accent6>
        <a:srgbClr val="FA7678"/>
      </a:accent6>
      <a:hlink>
        <a:srgbClr val="5BCBDE"/>
      </a:hlink>
      <a:folHlink>
        <a:srgbClr val="5BCBDE"/>
      </a:folHlink>
    </a:clrScheme>
    <a:fontScheme name="Primary Presentation Layouts">
      <a:majorFont>
        <a:latin typeface="Calibri"/>
        <a:ea typeface="Calibri"/>
        <a:cs typeface="Calibri"/>
      </a:majorFont>
      <a:minorFont>
        <a:latin typeface="Calibri"/>
        <a:ea typeface="Calibri"/>
        <a:cs typeface="Calibri"/>
      </a:minorFont>
    </a:fontScheme>
    <a:fmtScheme name="Primary Presentation Layout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hueOff val="1057894"/>
            <a:satOff val="4889"/>
            <a:lumOff val="-33725"/>
          </a:schemeClr>
        </a:solid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2800" b="1" i="0" u="none" strike="noStrike" cap="none" spc="0" normalizeH="0" baseline="0">
            <a:ln>
              <a:noFill/>
            </a:ln>
            <a:solidFill>
              <a:schemeClr val="accent3">
                <a:hueOff val="-3600000"/>
                <a:lumOff val="3392"/>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9525" cap="flat">
          <a:solidFill>
            <a:srgbClr val="A32200"/>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t">
        <a:spAutoFit/>
      </a:bodyPr>
      <a:lstStyle>
        <a:def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Presentation1" id="{E0D1C449-7FB6-E94B-836A-309631D964BC}" vid="{36C921A7-E0A5-4546-8255-4EC35B91BE8A}"/>
    </a:ext>
  </a:extLst>
</a:theme>
</file>

<file path=ppt/theme/theme2.xml><?xml version="1.0" encoding="utf-8"?>
<a:theme xmlns:a="http://schemas.openxmlformats.org/drawingml/2006/main" name="Primary Presentation Layouts">
  <a:themeElements>
    <a:clrScheme name="Primary Presentation Layouts">
      <a:dk1>
        <a:srgbClr val="000000"/>
      </a:dk1>
      <a:lt1>
        <a:srgbClr val="FFFFFF"/>
      </a:lt1>
      <a:dk2>
        <a:srgbClr val="9D9D9D"/>
      </a:dk2>
      <a:lt2>
        <a:srgbClr val="A32200"/>
      </a:lt2>
      <a:accent1>
        <a:srgbClr val="FCC0C5"/>
      </a:accent1>
      <a:accent2>
        <a:srgbClr val="5BCBDE"/>
      </a:accent2>
      <a:accent3>
        <a:srgbClr val="F6F6F6"/>
      </a:accent3>
      <a:accent4>
        <a:srgbClr val="434648"/>
      </a:accent4>
      <a:accent5>
        <a:srgbClr val="FFCBFF"/>
      </a:accent5>
      <a:accent6>
        <a:srgbClr val="1168CD"/>
      </a:accent6>
      <a:hlink>
        <a:srgbClr val="0000FF"/>
      </a:hlink>
      <a:folHlink>
        <a:srgbClr val="FF00FF"/>
      </a:folHlink>
    </a:clrScheme>
    <a:fontScheme name="Primary Presentation Layouts">
      <a:majorFont>
        <a:latin typeface="Calibri"/>
        <a:ea typeface="Calibri"/>
        <a:cs typeface="Calibri"/>
      </a:majorFont>
      <a:minorFont>
        <a:latin typeface="Calibri"/>
        <a:ea typeface="Calibri"/>
        <a:cs typeface="Calibri"/>
      </a:minorFont>
    </a:fontScheme>
    <a:fmtScheme name="Primary Presentation Layout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hueOff val="1057894"/>
            <a:satOff val="4889"/>
            <a:lumOff val="-33725"/>
          </a:schemeClr>
        </a:solid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2800" b="1" i="0" u="none" strike="noStrike" cap="none" spc="0" normalizeH="0" baseline="0">
            <a:ln>
              <a:noFill/>
            </a:ln>
            <a:solidFill>
              <a:schemeClr val="accent3">
                <a:hueOff val="-3600000"/>
                <a:lumOff val="3392"/>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9525" cap="flat">
          <a:solidFill>
            <a:srgbClr val="A32200"/>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t">
        <a:spAutoFit/>
      </a:bodyPr>
      <a:lstStyle>
        <a:def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586BB0CA657274B8C976C7E0436D499" ma:contentTypeVersion="22" ma:contentTypeDescription="Create a new document." ma:contentTypeScope="" ma:versionID="089dd435892c48914cdcc61cad93c74c">
  <xsd:schema xmlns:xsd="http://www.w3.org/2001/XMLSchema" xmlns:xs="http://www.w3.org/2001/XMLSchema" xmlns:p="http://schemas.microsoft.com/office/2006/metadata/properties" xmlns:ns1="http://schemas.microsoft.com/sharepoint/v3" xmlns:ns2="5480af4b-b6c5-4b62-abbf-9db793521990" xmlns:ns3="f5f250e4-2cf5-4e3d-922a-2a876ee07fc4" targetNamespace="http://schemas.microsoft.com/office/2006/metadata/properties" ma:root="true" ma:fieldsID="ab69233260927e1bd6ddfe9e60c5ce62" ns1:_="" ns2:_="" ns3:_="">
    <xsd:import namespace="http://schemas.microsoft.com/sharepoint/v3"/>
    <xsd:import namespace="5480af4b-b6c5-4b62-abbf-9db793521990"/>
    <xsd:import namespace="f5f250e4-2cf5-4e3d-922a-2a876ee07fc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2:MediaServiceDateTaken" minOccurs="0"/>
                <xsd:element ref="ns2:MediaServiceLocation" minOccurs="0"/>
                <xsd:element ref="ns2:MediaLengthInSeconds" minOccurs="0"/>
                <xsd:element ref="ns2:lcf76f155ced4ddcb4097134ff3c332f" minOccurs="0"/>
                <xsd:element ref="ns3:TaxCatchAll" minOccurs="0"/>
                <xsd:element ref="ns2:July" minOccurs="0"/>
                <xsd:element ref="ns2:MediaServiceSearchProperties" minOccurs="0"/>
                <xsd:element ref="ns2:MediaServiceObjectDetectorVersions"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8" nillable="true" ma:displayName="Unified Compliance Policy Properties" ma:hidden="true" ma:internalName="_ip_UnifiedCompliancePolicyProperties">
      <xsd:simpleType>
        <xsd:restriction base="dms:Note"/>
      </xsd:simpleType>
    </xsd:element>
    <xsd:element name="_ip_UnifiedCompliancePolicyUIAction" ma:index="2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80af4b-b6c5-4b62-abbf-9db79352199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aa64814-f827-41fa-8057-0fb5da987058" ma:termSetId="09814cd3-568e-fe90-9814-8d621ff8fb84" ma:anchorId="fba54fb3-c3e1-fe81-a776-ca4b69148c4d" ma:open="true" ma:isKeyword="false">
      <xsd:complexType>
        <xsd:sequence>
          <xsd:element ref="pc:Terms" minOccurs="0" maxOccurs="1"/>
        </xsd:sequence>
      </xsd:complexType>
    </xsd:element>
    <xsd:element name="July" ma:index="24" nillable="true" ma:displayName="July" ma:default="2023-01-31T00:00:00Z" ma:format="DateOnly" ma:internalName="July">
      <xsd:simpleType>
        <xsd:restriction base="dms:DateTime"/>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5f250e4-2cf5-4e3d-922a-2a876ee07fc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00aa707c-1209-4a5e-baba-bf9dbd791563}" ma:internalName="TaxCatchAll" ma:showField="CatchAllData" ma:web="f5f250e4-2cf5-4e3d-922a-2a876ee07fc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480af4b-b6c5-4b62-abbf-9db793521990">
      <Terms xmlns="http://schemas.microsoft.com/office/infopath/2007/PartnerControls"/>
    </lcf76f155ced4ddcb4097134ff3c332f>
    <TaxCatchAll xmlns="f5f250e4-2cf5-4e3d-922a-2a876ee07fc4" xsi:nil="true"/>
    <July xmlns="5480af4b-b6c5-4b62-abbf-9db793521990">2023-01-31T00:00:00+00:00</July>
    <_ip_UnifiedCompliancePolicyUIAction xmlns="http://schemas.microsoft.com/sharepoint/v3"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A833EDC0-866E-4DC3-8CC5-83B041C91F15}">
  <ds:schemaRefs>
    <ds:schemaRef ds:uri="http://schemas.microsoft.com/sharepoint/v3/contenttype/forms"/>
  </ds:schemaRefs>
</ds:datastoreItem>
</file>

<file path=customXml/itemProps2.xml><?xml version="1.0" encoding="utf-8"?>
<ds:datastoreItem xmlns:ds="http://schemas.openxmlformats.org/officeDocument/2006/customXml" ds:itemID="{2080B887-0E6F-4A31-9619-EC346D26A72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480af4b-b6c5-4b62-abbf-9db793521990"/>
    <ds:schemaRef ds:uri="f5f250e4-2cf5-4e3d-922a-2a876ee07fc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6114350-ED84-4028-A932-6660292FDA82}">
  <ds:schemaRefs>
    <ds:schemaRef ds:uri="http://purl.org/dc/terms/"/>
    <ds:schemaRef ds:uri="f5f250e4-2cf5-4e3d-922a-2a876ee07fc4"/>
    <ds:schemaRef ds:uri="http://schemas.microsoft.com/office/infopath/2007/PartnerControls"/>
    <ds:schemaRef ds:uri="http://purl.org/dc/dcmitype/"/>
    <ds:schemaRef ds:uri="http://schemas.microsoft.com/office/2006/documentManagement/types"/>
    <ds:schemaRef ds:uri="http://www.w3.org/XML/1998/namespace"/>
    <ds:schemaRef ds:uri="http://schemas.openxmlformats.org/package/2006/metadata/core-properties"/>
    <ds:schemaRef ds:uri="http://purl.org/dc/elements/1.1/"/>
    <ds:schemaRef ds:uri="http://schemas.microsoft.com/sharepoint/v3"/>
    <ds:schemaRef ds:uri="5480af4b-b6c5-4b62-abbf-9db793521990"/>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UiP001 Master PPT Refresh 20250502 1</Template>
  <TotalTime>9</TotalTime>
  <Words>251</Words>
  <Application>Microsoft Office PowerPoint</Application>
  <PresentationFormat>Custom</PresentationFormat>
  <Paragraphs>46</Paragraphs>
  <Slides>7</Slides>
  <Notes>0</Notes>
  <HiddenSlides>0</HiddenSlides>
  <MMClips>0</MMClip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Primary Presentation Layouts</vt:lpstr>
      <vt:lpstr>Presentation title goes here in maximum 2 lines.</vt:lpstr>
      <vt:lpstr>PowerPoint Presentation</vt:lpstr>
      <vt:lpstr>Problem statement and proposed solution</vt:lpstr>
      <vt:lpstr>PowerPoint Presentation</vt:lpstr>
      <vt:lpstr>PowerPoint Presentation</vt:lpstr>
      <vt:lpstr>PowerPoint Presentation</vt:lpstr>
      <vt:lpstr>Closing message goes here.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Andreea Tomescu</dc:creator>
  <cp:keywords/>
  <dc:description/>
  <cp:lastModifiedBy>Ana-Maria Bulhac</cp:lastModifiedBy>
  <cp:revision>2</cp:revision>
  <dcterms:created xsi:type="dcterms:W3CDTF">2025-06-06T15:41:05Z</dcterms:created>
  <dcterms:modified xsi:type="dcterms:W3CDTF">2026-05-14T18:01:11Z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0x0101006586BB0CA657274B8C976C7E0436D499</vt:lpwstr>
  </property>
  <property fmtid="{D5CDD505-2E9C-101B-9397-08002B2CF9AE}" pid="3" name="MediaServiceImageTags">
    <vt:lpwstr/>
  </property>
</Properties>
</file>